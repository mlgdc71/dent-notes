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8"/>
  </p:notesMasterIdLst>
  <p:handoutMasterIdLst>
    <p:handoutMasterId r:id="rId29"/>
  </p:handoutMasterIdLst>
  <p:sldIdLst>
    <p:sldId id="373" r:id="rId2"/>
    <p:sldId id="429" r:id="rId3"/>
    <p:sldId id="376" r:id="rId4"/>
    <p:sldId id="402" r:id="rId5"/>
    <p:sldId id="378" r:id="rId6"/>
    <p:sldId id="428" r:id="rId7"/>
    <p:sldId id="377" r:id="rId8"/>
    <p:sldId id="379" r:id="rId9"/>
    <p:sldId id="430" r:id="rId10"/>
    <p:sldId id="380" r:id="rId11"/>
    <p:sldId id="384" r:id="rId12"/>
    <p:sldId id="383" r:id="rId13"/>
    <p:sldId id="385" r:id="rId14"/>
    <p:sldId id="386" r:id="rId15"/>
    <p:sldId id="388" r:id="rId16"/>
    <p:sldId id="387" r:id="rId17"/>
    <p:sldId id="389" r:id="rId18"/>
    <p:sldId id="391" r:id="rId19"/>
    <p:sldId id="392" r:id="rId20"/>
    <p:sldId id="393" r:id="rId21"/>
    <p:sldId id="395" r:id="rId22"/>
    <p:sldId id="399" r:id="rId23"/>
    <p:sldId id="400" r:id="rId24"/>
    <p:sldId id="397" r:id="rId25"/>
    <p:sldId id="390" r:id="rId26"/>
    <p:sldId id="36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1C800D76-3C72-4CB3-9FC9-AADDB526D820}">
          <p14:sldIdLst>
            <p14:sldId id="373"/>
            <p14:sldId id="429"/>
            <p14:sldId id="376"/>
            <p14:sldId id="402"/>
            <p14:sldId id="378"/>
            <p14:sldId id="428"/>
            <p14:sldId id="377"/>
            <p14:sldId id="379"/>
            <p14:sldId id="430"/>
            <p14:sldId id="380"/>
            <p14:sldId id="384"/>
            <p14:sldId id="383"/>
            <p14:sldId id="385"/>
            <p14:sldId id="386"/>
            <p14:sldId id="388"/>
            <p14:sldId id="387"/>
            <p14:sldId id="389"/>
            <p14:sldId id="391"/>
            <p14:sldId id="392"/>
            <p14:sldId id="393"/>
            <p14:sldId id="395"/>
            <p14:sldId id="399"/>
            <p14:sldId id="400"/>
            <p14:sldId id="397"/>
            <p14:sldId id="390"/>
            <p14:sldId id="3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7D1CC"/>
    <a:srgbClr val="999490"/>
    <a:srgbClr val="962A8B"/>
    <a:srgbClr val="C8AE73"/>
    <a:srgbClr val="FBB800"/>
    <a:srgbClr val="00539B"/>
    <a:srgbClr val="F01D27"/>
    <a:srgbClr val="D8C726"/>
    <a:srgbClr val="77BD43"/>
    <a:srgbClr val="F081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798" autoAdjust="0"/>
    <p:restoredTop sz="95545" autoAdjust="0"/>
  </p:normalViewPr>
  <p:slideViewPr>
    <p:cSldViewPr showGuides="1">
      <p:cViewPr varScale="1">
        <p:scale>
          <a:sx n="109" d="100"/>
          <a:sy n="109" d="100"/>
        </p:scale>
        <p:origin x="168" y="114"/>
      </p:cViewPr>
      <p:guideLst/>
    </p:cSldViewPr>
  </p:slideViewPr>
  <p:notesTextViewPr>
    <p:cViewPr>
      <p:scale>
        <a:sx n="1" d="1"/>
        <a:sy n="1" d="1"/>
      </p:scale>
      <p:origin x="0" y="0"/>
    </p:cViewPr>
  </p:notesTextViewPr>
  <p:notesViewPr>
    <p:cSldViewPr showGuides="1">
      <p:cViewPr varScale="1">
        <p:scale>
          <a:sx n="84" d="100"/>
          <a:sy n="84" d="100"/>
        </p:scale>
        <p:origin x="302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A36AD-C140-47B5-A0AA-2808AF1C1C9D}" type="datetimeFigureOut">
              <a:rPr lang="en-AU" smtClean="0"/>
              <a:t>9/02/2026</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A420D9-E2BA-4BD5-B845-F55DFC0118AC}" type="slidenum">
              <a:rPr lang="en-AU" smtClean="0"/>
              <a:t>‹#›</a:t>
            </a:fld>
            <a:endParaRPr lang="en-AU"/>
          </a:p>
        </p:txBody>
      </p:sp>
    </p:spTree>
    <p:extLst>
      <p:ext uri="{BB962C8B-B14F-4D97-AF65-F5344CB8AC3E}">
        <p14:creationId xmlns:p14="http://schemas.microsoft.com/office/powerpoint/2010/main" val="26849784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63829E-EB69-4A98-9D54-8D6822520B27}" type="datetimeFigureOut">
              <a:rPr lang="en-AU" smtClean="0"/>
              <a:t>9/02/2026</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F05BAA-92F6-4DEA-A832-E4B15A2F525C}" type="slidenum">
              <a:rPr lang="en-AU" smtClean="0"/>
              <a:t>‹#›</a:t>
            </a:fld>
            <a:endParaRPr lang="en-AU"/>
          </a:p>
        </p:txBody>
      </p:sp>
    </p:spTree>
    <p:extLst>
      <p:ext uri="{BB962C8B-B14F-4D97-AF65-F5344CB8AC3E}">
        <p14:creationId xmlns:p14="http://schemas.microsoft.com/office/powerpoint/2010/main" val="203997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5BEF6F-6263-4F8D-8EB5-8791451073CD}"/>
              </a:ext>
            </a:extLst>
          </p:cNvPr>
          <p:cNvSpPr/>
          <p:nvPr userDrawn="1"/>
        </p:nvSpPr>
        <p:spPr bwMode="invGray">
          <a:xfrm>
            <a:off x="0" y="0"/>
            <a:ext cx="12192000" cy="9288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5" name="Picture 4">
            <a:extLst>
              <a:ext uri="{FF2B5EF4-FFF2-40B4-BE49-F238E27FC236}">
                <a16:creationId xmlns:a16="http://schemas.microsoft.com/office/drawing/2014/main" id="{3F3E3223-6328-4488-8A5F-952E87A12E34}"/>
              </a:ext>
            </a:extLst>
          </p:cNvPr>
          <p:cNvPicPr>
            <a:picLocks noChangeAspect="1"/>
          </p:cNvPicPr>
          <p:nvPr userDrawn="1"/>
        </p:nvPicPr>
        <p:blipFill rotWithShape="1">
          <a:blip r:embed="rId2"/>
          <a:srcRect l="74412" t="80198" b="-1"/>
          <a:stretch/>
        </p:blipFill>
        <p:spPr bwMode="ltGray">
          <a:xfrm>
            <a:off x="9852228" y="5499893"/>
            <a:ext cx="2339772" cy="1358107"/>
          </a:xfrm>
          <a:prstGeom prst="rect">
            <a:avLst/>
          </a:prstGeom>
          <a:ln>
            <a:noFill/>
          </a:ln>
        </p:spPr>
      </p:pic>
      <p:sp>
        <p:nvSpPr>
          <p:cNvPr id="2" name="Title 1"/>
          <p:cNvSpPr>
            <a:spLocks noGrp="1"/>
          </p:cNvSpPr>
          <p:nvPr>
            <p:ph type="title" hasCustomPrompt="1"/>
          </p:nvPr>
        </p:nvSpPr>
        <p:spPr>
          <a:xfrm>
            <a:off x="695325" y="1160745"/>
            <a:ext cx="10738247" cy="1296144"/>
          </a:xfrm>
        </p:spPr>
        <p:txBody>
          <a:bodyPr anchor="b">
            <a:noAutofit/>
          </a:bodyPr>
          <a:lstStyle>
            <a:lvl1pPr>
              <a:lnSpc>
                <a:spcPts val="5040"/>
              </a:lnSpc>
              <a:defRPr sz="4200">
                <a:solidFill>
                  <a:schemeClr val="accent1"/>
                </a:solidFill>
              </a:defRPr>
            </a:lvl1pPr>
          </a:lstStyle>
          <a:p>
            <a:r>
              <a:rPr lang="en-US" dirty="0"/>
              <a:t>[Title]</a:t>
            </a:r>
            <a:endParaRPr lang="en-AU" dirty="0"/>
          </a:p>
        </p:txBody>
      </p:sp>
      <p:sp>
        <p:nvSpPr>
          <p:cNvPr id="7" name="Text Placeholder 6"/>
          <p:cNvSpPr>
            <a:spLocks noGrp="1"/>
          </p:cNvSpPr>
          <p:nvPr>
            <p:ph type="body" sz="quarter" idx="10" hasCustomPrompt="1"/>
          </p:nvPr>
        </p:nvSpPr>
        <p:spPr>
          <a:xfrm>
            <a:off x="695298" y="2571294"/>
            <a:ext cx="10747200" cy="2675249"/>
          </a:xfrm>
          <a:prstGeom prst="rect">
            <a:avLst/>
          </a:prstGeom>
        </p:spPr>
        <p:txBody>
          <a:bodyPr>
            <a:normAutofit/>
          </a:bodyPr>
          <a:lstStyle>
            <a:lvl1pPr marL="0" indent="0">
              <a:lnSpc>
                <a:spcPts val="3240"/>
              </a:lnSpc>
              <a:buNone/>
              <a:defRPr sz="2700">
                <a:solidFill>
                  <a:schemeClr val="accent1"/>
                </a:solidFill>
              </a:defRPr>
            </a:lvl1pPr>
          </a:lstStyle>
          <a:p>
            <a:pPr lvl="0"/>
            <a:r>
              <a:rPr lang="en-US" dirty="0"/>
              <a:t>[Subtitle]</a:t>
            </a:r>
          </a:p>
        </p:txBody>
      </p:sp>
      <p:pic>
        <p:nvPicPr>
          <p:cNvPr id="9" name="Picture 8">
            <a:extLst>
              <a:ext uri="{FF2B5EF4-FFF2-40B4-BE49-F238E27FC236}">
                <a16:creationId xmlns:a16="http://schemas.microsoft.com/office/drawing/2014/main" id="{B3140420-5D32-4B9D-AAC5-EA821D594034}"/>
              </a:ext>
            </a:extLst>
          </p:cNvPr>
          <p:cNvPicPr>
            <a:picLocks noChangeAspect="1"/>
          </p:cNvPicPr>
          <p:nvPr userDrawn="1"/>
        </p:nvPicPr>
        <p:blipFill rotWithShape="1">
          <a:blip r:embed="rId2"/>
          <a:srcRect t="59270" r="70475" b="-1"/>
          <a:stretch/>
        </p:blipFill>
        <p:spPr bwMode="ltGray">
          <a:xfrm>
            <a:off x="1" y="4064704"/>
            <a:ext cx="2699772" cy="2793299"/>
          </a:xfrm>
          <a:prstGeom prst="rect">
            <a:avLst/>
          </a:prstGeom>
          <a:ln>
            <a:noFill/>
          </a:ln>
        </p:spPr>
      </p:pic>
      <p:pic>
        <p:nvPicPr>
          <p:cNvPr id="10" name="Picture 9">
            <a:extLst>
              <a:ext uri="{FF2B5EF4-FFF2-40B4-BE49-F238E27FC236}">
                <a16:creationId xmlns:a16="http://schemas.microsoft.com/office/drawing/2014/main" id="{1A1484F3-3D7B-466C-B621-2369AAE0DB10}"/>
              </a:ext>
            </a:extLst>
          </p:cNvPr>
          <p:cNvPicPr>
            <a:picLocks noChangeAspect="1"/>
          </p:cNvPicPr>
          <p:nvPr userDrawn="1"/>
        </p:nvPicPr>
        <p:blipFill>
          <a:blip r:embed="rId3"/>
          <a:stretch>
            <a:fillRect/>
          </a:stretch>
        </p:blipFill>
        <p:spPr>
          <a:xfrm>
            <a:off x="695325" y="207631"/>
            <a:ext cx="3204000" cy="472463"/>
          </a:xfrm>
          <a:prstGeom prst="rect">
            <a:avLst/>
          </a:prstGeom>
        </p:spPr>
      </p:pic>
    </p:spTree>
    <p:extLst>
      <p:ext uri="{BB962C8B-B14F-4D97-AF65-F5344CB8AC3E}">
        <p14:creationId xmlns:p14="http://schemas.microsoft.com/office/powerpoint/2010/main" val="369773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4299D2-DE60-4B62-A10B-375899206764}"/>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2" name="Title 1"/>
          <p:cNvSpPr>
            <a:spLocks noGrp="1"/>
          </p:cNvSpPr>
          <p:nvPr>
            <p:ph type="title" hasCustomPrompt="1"/>
          </p:nvPr>
        </p:nvSpPr>
        <p:spPr bwMode="white">
          <a:xfrm>
            <a:off x="695325" y="1143405"/>
            <a:ext cx="10738247" cy="1296144"/>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bwMode="white">
          <a:xfrm>
            <a:off x="695298" y="2553954"/>
            <a:ext cx="10747200" cy="2675249"/>
          </a:xfrm>
          <a:prstGeom prst="rect">
            <a:avLst/>
          </a:prstGeom>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18" name="Right Triangle 3">
            <a:extLst>
              <a:ext uri="{FF2B5EF4-FFF2-40B4-BE49-F238E27FC236}">
                <a16:creationId xmlns:a16="http://schemas.microsoft.com/office/drawing/2014/main" id="{E49831C3-1265-4B26-84DA-16A7EC28AF57}"/>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8" name="Graphic 1">
            <a:extLst>
              <a:ext uri="{FF2B5EF4-FFF2-40B4-BE49-F238E27FC236}">
                <a16:creationId xmlns:a16="http://schemas.microsoft.com/office/drawing/2014/main" id="{570549AC-72A0-49C7-B98A-4959B5690850}"/>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pic>
        <p:nvPicPr>
          <p:cNvPr id="11" name="Picture 10">
            <a:extLst>
              <a:ext uri="{FF2B5EF4-FFF2-40B4-BE49-F238E27FC236}">
                <a16:creationId xmlns:a16="http://schemas.microsoft.com/office/drawing/2014/main" id="{DEDF6610-A984-4E2A-B1B8-C6D02948493B}"/>
              </a:ext>
            </a:extLst>
          </p:cNvPr>
          <p:cNvPicPr>
            <a:picLocks noChangeAspect="1"/>
          </p:cNvPicPr>
          <p:nvPr userDrawn="1"/>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175575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5" y="1143405"/>
            <a:ext cx="10728647" cy="1296144"/>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a:xfrm>
            <a:off x="695306" y="2553954"/>
            <a:ext cx="10737592" cy="2675249"/>
          </a:xfrm>
          <a:prstGeom prst="rect">
            <a:avLst/>
          </a:prstGeom>
          <a:noFill/>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3" name="Rectangle 2">
            <a:extLst>
              <a:ext uri="{FF2B5EF4-FFF2-40B4-BE49-F238E27FC236}">
                <a16:creationId xmlns:a16="http://schemas.microsoft.com/office/drawing/2014/main" id="{19933EA7-FE92-4C6D-8733-61E671888999}"/>
              </a:ext>
            </a:extLst>
          </p:cNvPr>
          <p:cNvSpPr/>
          <p:nvPr userDrawn="1"/>
        </p:nvSpPr>
        <p:spPr bwMode="ltGray">
          <a:xfrm>
            <a:off x="2" y="0"/>
            <a:ext cx="12191999" cy="9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16" name="Picture 15">
            <a:extLst>
              <a:ext uri="{FF2B5EF4-FFF2-40B4-BE49-F238E27FC236}">
                <a16:creationId xmlns:a16="http://schemas.microsoft.com/office/drawing/2014/main" id="{D93FA41E-EFD5-45E8-BE8D-8CAB28F4BDD2}"/>
              </a:ext>
            </a:extLst>
          </p:cNvPr>
          <p:cNvPicPr>
            <a:picLocks noChangeAspect="1"/>
          </p:cNvPicPr>
          <p:nvPr userDrawn="1"/>
        </p:nvPicPr>
        <p:blipFill>
          <a:blip r:embed="rId3"/>
          <a:stretch>
            <a:fillRect/>
          </a:stretch>
        </p:blipFill>
        <p:spPr>
          <a:xfrm>
            <a:off x="704849" y="234886"/>
            <a:ext cx="2988000" cy="452585"/>
          </a:xfrm>
          <a:prstGeom prst="rect">
            <a:avLst/>
          </a:prstGeom>
        </p:spPr>
      </p:pic>
      <p:sp>
        <p:nvSpPr>
          <p:cNvPr id="5" name="TextBox 4">
            <a:extLst>
              <a:ext uri="{FF2B5EF4-FFF2-40B4-BE49-F238E27FC236}">
                <a16:creationId xmlns:a16="http://schemas.microsoft.com/office/drawing/2014/main" id="{FDDADB43-ED09-48C5-A41D-5E4BDF72C85E}"/>
              </a:ext>
            </a:extLst>
          </p:cNvPr>
          <p:cNvSpPr txBox="1"/>
          <p:nvPr userDrawn="1"/>
        </p:nvSpPr>
        <p:spPr>
          <a:xfrm>
            <a:off x="1" y="-1586050"/>
            <a:ext cx="7632171" cy="1384995"/>
          </a:xfrm>
          <a:prstGeom prst="rect">
            <a:avLst/>
          </a:prstGeom>
          <a:solidFill>
            <a:schemeClr val="accent1"/>
          </a:solidFill>
        </p:spPr>
        <p:txBody>
          <a:bodyPr wrap="square" rtlCol="0">
            <a:spAutoFit/>
          </a:bodyPr>
          <a:lstStyle/>
          <a:p>
            <a:r>
              <a:rPr lang="en-AU" sz="1400" dirty="0">
                <a:solidFill>
                  <a:schemeClr val="bg1"/>
                </a:solidFill>
              </a:rPr>
              <a:t>For this slide design, you can choose your own image </a:t>
            </a:r>
            <a:br>
              <a:rPr lang="en-AU" sz="1400" dirty="0">
                <a:solidFill>
                  <a:schemeClr val="bg1"/>
                </a:solidFill>
              </a:rPr>
            </a:br>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‘Picture’ is already selected</a:t>
            </a:r>
          </a:p>
          <a:p>
            <a:r>
              <a:rPr lang="en-US" sz="1400" dirty="0">
                <a:solidFill>
                  <a:schemeClr val="bg1"/>
                </a:solidFill>
              </a:rPr>
              <a:t>Go to the ‘File’ button and select another image</a:t>
            </a:r>
          </a:p>
          <a:p>
            <a:r>
              <a:rPr lang="en-US" sz="1400" dirty="0">
                <a:solidFill>
                  <a:schemeClr val="bg1"/>
                </a:solidFill>
              </a:rPr>
              <a:t>Change text </a:t>
            </a:r>
            <a:r>
              <a:rPr lang="en-US" sz="1400" dirty="0" err="1">
                <a:solidFill>
                  <a:schemeClr val="bg1"/>
                </a:solidFill>
              </a:rPr>
              <a:t>colour</a:t>
            </a:r>
            <a:r>
              <a:rPr lang="en-US" sz="1400" dirty="0">
                <a:solidFill>
                  <a:schemeClr val="bg1"/>
                </a:solidFill>
              </a:rPr>
              <a:t> as necessary to suit the image</a:t>
            </a:r>
            <a:endParaRPr lang="en-AU" sz="1400" dirty="0">
              <a:solidFill>
                <a:schemeClr val="bg1"/>
              </a:solidFill>
            </a:endParaRPr>
          </a:p>
        </p:txBody>
      </p:sp>
      <p:sp>
        <p:nvSpPr>
          <p:cNvPr id="11" name="Right Triangle 3">
            <a:extLst>
              <a:ext uri="{FF2B5EF4-FFF2-40B4-BE49-F238E27FC236}">
                <a16:creationId xmlns:a16="http://schemas.microsoft.com/office/drawing/2014/main" id="{5A5C0481-15B5-4619-B80D-C8C9ABD7F904}"/>
              </a:ext>
            </a:extLst>
          </p:cNvPr>
          <p:cNvSpPr/>
          <p:nvPr userDrawn="1"/>
        </p:nvSpPr>
        <p:spPr bwMode="invGray">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9" name="Graphic 1">
            <a:extLst>
              <a:ext uri="{FF2B5EF4-FFF2-40B4-BE49-F238E27FC236}">
                <a16:creationId xmlns:a16="http://schemas.microsoft.com/office/drawing/2014/main" id="{84EF10FC-E046-43D3-9897-04BE4FF5A176}"/>
              </a:ext>
            </a:extLst>
          </p:cNvPr>
          <p:cNvSpPr/>
          <p:nvPr userDrawn="1"/>
        </p:nvSpPr>
        <p:spPr bwMode="invGray">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spTree>
    <p:extLst>
      <p:ext uri="{BB962C8B-B14F-4D97-AF65-F5344CB8AC3E}">
        <p14:creationId xmlns:p14="http://schemas.microsoft.com/office/powerpoint/2010/main" val="2967883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B1A2C22-D4CF-4FE0-AF06-038EB2ACB6D9}"/>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0" name="Picture 9">
            <a:extLst>
              <a:ext uri="{FF2B5EF4-FFF2-40B4-BE49-F238E27FC236}">
                <a16:creationId xmlns:a16="http://schemas.microsoft.com/office/drawing/2014/main" id="{DD751603-5D6A-462B-B9E7-98413BF2CB36}"/>
              </a:ext>
            </a:extLst>
          </p:cNvPr>
          <p:cNvPicPr>
            <a:picLocks noChangeAspect="1"/>
          </p:cNvPicPr>
          <p:nvPr userDrawn="1"/>
        </p:nvPicPr>
        <p:blipFill>
          <a:blip r:embed="rId2"/>
          <a:stretch>
            <a:fillRect/>
          </a:stretch>
        </p:blipFill>
        <p:spPr>
          <a:xfrm>
            <a:off x="8309692" y="275999"/>
            <a:ext cx="3204000" cy="472463"/>
          </a:xfrm>
          <a:prstGeom prst="rect">
            <a:avLst/>
          </a:prstGeom>
        </p:spPr>
      </p:pic>
      <p:sp>
        <p:nvSpPr>
          <p:cNvPr id="2" name="Title 1"/>
          <p:cNvSpPr>
            <a:spLocks noGrp="1"/>
          </p:cNvSpPr>
          <p:nvPr>
            <p:ph type="title" hasCustomPrompt="1"/>
          </p:nvPr>
        </p:nvSpPr>
        <p:spPr bwMode="white">
          <a:xfrm>
            <a:off x="695326" y="1700811"/>
            <a:ext cx="10768680" cy="1224137"/>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bwMode="white">
          <a:xfrm>
            <a:off x="695326" y="3113744"/>
            <a:ext cx="10768680" cy="2043451"/>
          </a:xfrm>
          <a:prstGeom prst="rect">
            <a:avLst/>
          </a:prstGeom>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11" name="Right Triangle 3">
            <a:extLst>
              <a:ext uri="{FF2B5EF4-FFF2-40B4-BE49-F238E27FC236}">
                <a16:creationId xmlns:a16="http://schemas.microsoft.com/office/drawing/2014/main" id="{DBA991DB-C059-4DB2-8D91-33D3F3951887}"/>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8" name="Graphic 1">
            <a:extLst>
              <a:ext uri="{FF2B5EF4-FFF2-40B4-BE49-F238E27FC236}">
                <a16:creationId xmlns:a16="http://schemas.microsoft.com/office/drawing/2014/main" id="{F070BDDD-4427-48C1-9206-C4CC3FAE8AD1}"/>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spTree>
    <p:extLst>
      <p:ext uri="{BB962C8B-B14F-4D97-AF65-F5344CB8AC3E}">
        <p14:creationId xmlns:p14="http://schemas.microsoft.com/office/powerpoint/2010/main" val="4192163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 (Editabl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6" y="1700811"/>
            <a:ext cx="10768680" cy="1224137"/>
          </a:xfrm>
        </p:spPr>
        <p:txBody>
          <a:bodyPr anchor="b">
            <a:noAutofit/>
          </a:bodyPr>
          <a:lstStyle>
            <a:lvl1pPr>
              <a:lnSpc>
                <a:spcPts val="5040"/>
              </a:lnSpc>
              <a:defRPr sz="4200">
                <a:solidFill>
                  <a:schemeClr val="bg1"/>
                </a:solidFill>
              </a:defRPr>
            </a:lvl1pPr>
          </a:lstStyle>
          <a:p>
            <a:r>
              <a:rPr lang="en-US" dirty="0"/>
              <a:t>[Divider title]</a:t>
            </a:r>
            <a:endParaRPr lang="en-AU" dirty="0"/>
          </a:p>
        </p:txBody>
      </p:sp>
      <p:sp>
        <p:nvSpPr>
          <p:cNvPr id="7" name="Text Placeholder 6"/>
          <p:cNvSpPr>
            <a:spLocks noGrp="1"/>
          </p:cNvSpPr>
          <p:nvPr>
            <p:ph type="body" sz="quarter" idx="10" hasCustomPrompt="1"/>
          </p:nvPr>
        </p:nvSpPr>
        <p:spPr>
          <a:xfrm>
            <a:off x="695326" y="3113744"/>
            <a:ext cx="10768680" cy="2043451"/>
          </a:xfrm>
          <a:prstGeom prst="rect">
            <a:avLst/>
          </a:prstGeom>
        </p:spPr>
        <p:txBody>
          <a:bodyPr>
            <a:normAutofit/>
          </a:bodyPr>
          <a:lstStyle>
            <a:lvl1pPr marL="0" indent="0">
              <a:lnSpc>
                <a:spcPts val="3240"/>
              </a:lnSpc>
              <a:buNone/>
              <a:defRPr sz="2700">
                <a:solidFill>
                  <a:schemeClr val="bg1"/>
                </a:solidFill>
              </a:defRPr>
            </a:lvl1pPr>
          </a:lstStyle>
          <a:p>
            <a:pPr lvl="0"/>
            <a:r>
              <a:rPr lang="en-US" dirty="0"/>
              <a:t>[Divider subtitle]</a:t>
            </a:r>
          </a:p>
        </p:txBody>
      </p:sp>
      <p:sp>
        <p:nvSpPr>
          <p:cNvPr id="8" name="TextBox 7">
            <a:extLst>
              <a:ext uri="{FF2B5EF4-FFF2-40B4-BE49-F238E27FC236}">
                <a16:creationId xmlns:a16="http://schemas.microsoft.com/office/drawing/2014/main" id="{57A07765-DB77-44E5-9420-D56F1378074A}"/>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pic>
        <p:nvPicPr>
          <p:cNvPr id="6" name="Picture 5">
            <a:extLst>
              <a:ext uri="{FF2B5EF4-FFF2-40B4-BE49-F238E27FC236}">
                <a16:creationId xmlns:a16="http://schemas.microsoft.com/office/drawing/2014/main" id="{2CBE33C2-B581-422F-9FF5-AF660C79D3B0}"/>
              </a:ext>
            </a:extLst>
          </p:cNvPr>
          <p:cNvPicPr>
            <a:picLocks noChangeAspect="1"/>
          </p:cNvPicPr>
          <p:nvPr userDrawn="1"/>
        </p:nvPicPr>
        <p:blipFill>
          <a:blip r:embed="rId2"/>
          <a:stretch>
            <a:fillRect/>
          </a:stretch>
        </p:blipFill>
        <p:spPr>
          <a:xfrm>
            <a:off x="8309692" y="275999"/>
            <a:ext cx="3204000" cy="472463"/>
          </a:xfrm>
          <a:prstGeom prst="rect">
            <a:avLst/>
          </a:prstGeom>
        </p:spPr>
      </p:pic>
    </p:spTree>
    <p:extLst>
      <p:ext uri="{BB962C8B-B14F-4D97-AF65-F5344CB8AC3E}">
        <p14:creationId xmlns:p14="http://schemas.microsoft.com/office/powerpoint/2010/main" val="28191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sp>
        <p:nvSpPr>
          <p:cNvPr id="9" name="Right Triangle 3">
            <a:extLst>
              <a:ext uri="{FF2B5EF4-FFF2-40B4-BE49-F238E27FC236}">
                <a16:creationId xmlns:a16="http://schemas.microsoft.com/office/drawing/2014/main" id="{5E92F574-51E7-47B2-86D2-94DAE288E822}"/>
              </a:ext>
            </a:extLst>
          </p:cNvPr>
          <p:cNvSpPr/>
          <p:nvPr userDrawn="1"/>
        </p:nvSpPr>
        <p:spPr bwMode="invGray">
          <a:xfrm>
            <a:off x="2" y="4076700"/>
            <a:ext cx="3407833"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1" name="Rectangle 8">
            <a:extLst>
              <a:ext uri="{FF2B5EF4-FFF2-40B4-BE49-F238E27FC236}">
                <a16:creationId xmlns:a16="http://schemas.microsoft.com/office/drawing/2014/main" id="{C31ECE3F-0C43-444E-9F0C-B23F8D3935D2}"/>
              </a:ext>
            </a:extLst>
          </p:cNvPr>
          <p:cNvSpPr/>
          <p:nvPr userDrawn="1"/>
        </p:nvSpPr>
        <p:spPr bwMode="invGray">
          <a:xfrm>
            <a:off x="9192249" y="5584173"/>
            <a:ext cx="2999415" cy="1273828"/>
          </a:xfrm>
          <a:custGeom>
            <a:avLst/>
            <a:gdLst>
              <a:gd name="connsiteX0" fmla="*/ 0 w 2267490"/>
              <a:gd name="connsiteY0" fmla="*/ 0 h 1132541"/>
              <a:gd name="connsiteX1" fmla="*/ 2267490 w 2267490"/>
              <a:gd name="connsiteY1" fmla="*/ 0 h 1132541"/>
              <a:gd name="connsiteX2" fmla="*/ 2267490 w 2267490"/>
              <a:gd name="connsiteY2" fmla="*/ 1132541 h 1132541"/>
              <a:gd name="connsiteX3" fmla="*/ 0 w 2267490"/>
              <a:gd name="connsiteY3" fmla="*/ 1132541 h 1132541"/>
              <a:gd name="connsiteX4" fmla="*/ 0 w 2267490"/>
              <a:gd name="connsiteY4" fmla="*/ 0 h 1132541"/>
              <a:gd name="connsiteX0" fmla="*/ 0 w 2267490"/>
              <a:gd name="connsiteY0" fmla="*/ 1132541 h 1132541"/>
              <a:gd name="connsiteX1" fmla="*/ 2267490 w 2267490"/>
              <a:gd name="connsiteY1" fmla="*/ 0 h 1132541"/>
              <a:gd name="connsiteX2" fmla="*/ 2267490 w 2267490"/>
              <a:gd name="connsiteY2" fmla="*/ 1132541 h 1132541"/>
              <a:gd name="connsiteX3" fmla="*/ 0 w 2267490"/>
              <a:gd name="connsiteY3" fmla="*/ 1132541 h 1132541"/>
              <a:gd name="connsiteX0" fmla="*/ 0 w 2291396"/>
              <a:gd name="connsiteY0" fmla="*/ 857623 h 1132541"/>
              <a:gd name="connsiteX1" fmla="*/ 2291396 w 2291396"/>
              <a:gd name="connsiteY1" fmla="*/ 0 h 1132541"/>
              <a:gd name="connsiteX2" fmla="*/ 2291396 w 2291396"/>
              <a:gd name="connsiteY2" fmla="*/ 1132541 h 1132541"/>
              <a:gd name="connsiteX3" fmla="*/ 0 w 2291396"/>
              <a:gd name="connsiteY3" fmla="*/ 857623 h 1132541"/>
              <a:gd name="connsiteX0" fmla="*/ 0 w 2249561"/>
              <a:gd name="connsiteY0" fmla="*/ 845670 h 1132541"/>
              <a:gd name="connsiteX1" fmla="*/ 2249561 w 2249561"/>
              <a:gd name="connsiteY1" fmla="*/ 0 h 1132541"/>
              <a:gd name="connsiteX2" fmla="*/ 2249561 w 2249561"/>
              <a:gd name="connsiteY2" fmla="*/ 1132541 h 1132541"/>
              <a:gd name="connsiteX3" fmla="*/ 0 w 2249561"/>
              <a:gd name="connsiteY3" fmla="*/ 845670 h 1132541"/>
              <a:gd name="connsiteX0" fmla="*/ 0 w 2249561"/>
              <a:gd name="connsiteY0" fmla="*/ 944560 h 1231431"/>
              <a:gd name="connsiteX1" fmla="*/ 2249561 w 2249561"/>
              <a:gd name="connsiteY1" fmla="*/ 98890 h 1231431"/>
              <a:gd name="connsiteX2" fmla="*/ 2249561 w 2249561"/>
              <a:gd name="connsiteY2" fmla="*/ 1231431 h 1231431"/>
              <a:gd name="connsiteX3" fmla="*/ 0 w 2249561"/>
              <a:gd name="connsiteY3" fmla="*/ 944560 h 1231431"/>
              <a:gd name="connsiteX0" fmla="*/ 0 w 2249561"/>
              <a:gd name="connsiteY0" fmla="*/ 1212084 h 1498955"/>
              <a:gd name="connsiteX1" fmla="*/ 2249561 w 2249561"/>
              <a:gd name="connsiteY1" fmla="*/ 366414 h 1498955"/>
              <a:gd name="connsiteX2" fmla="*/ 2249561 w 2249561"/>
              <a:gd name="connsiteY2" fmla="*/ 1498955 h 1498955"/>
              <a:gd name="connsiteX3" fmla="*/ 0 w 2249561"/>
              <a:gd name="connsiteY3" fmla="*/ 1212084 h 1498955"/>
              <a:gd name="connsiteX0" fmla="*/ 0 w 2249561"/>
              <a:gd name="connsiteY0" fmla="*/ 1016618 h 1303489"/>
              <a:gd name="connsiteX1" fmla="*/ 2249561 w 2249561"/>
              <a:gd name="connsiteY1" fmla="*/ 170948 h 1303489"/>
              <a:gd name="connsiteX2" fmla="*/ 2249561 w 2249561"/>
              <a:gd name="connsiteY2" fmla="*/ 1303489 h 1303489"/>
              <a:gd name="connsiteX3" fmla="*/ 0 w 2249561"/>
              <a:gd name="connsiteY3" fmla="*/ 1016618 h 1303489"/>
              <a:gd name="connsiteX0" fmla="*/ 0 w 2249561"/>
              <a:gd name="connsiteY0" fmla="*/ 1002505 h 1289376"/>
              <a:gd name="connsiteX1" fmla="*/ 2249561 w 2249561"/>
              <a:gd name="connsiteY1" fmla="*/ 156835 h 1289376"/>
              <a:gd name="connsiteX2" fmla="*/ 2249561 w 2249561"/>
              <a:gd name="connsiteY2" fmla="*/ 1289376 h 1289376"/>
              <a:gd name="connsiteX3" fmla="*/ 0 w 2249561"/>
              <a:gd name="connsiteY3" fmla="*/ 1002505 h 1289376"/>
              <a:gd name="connsiteX0" fmla="*/ 0 w 2249561"/>
              <a:gd name="connsiteY0" fmla="*/ 985444 h 1272315"/>
              <a:gd name="connsiteX1" fmla="*/ 2249561 w 2249561"/>
              <a:gd name="connsiteY1" fmla="*/ 139774 h 1272315"/>
              <a:gd name="connsiteX2" fmla="*/ 2249561 w 2249561"/>
              <a:gd name="connsiteY2" fmla="*/ 1272315 h 1272315"/>
              <a:gd name="connsiteX3" fmla="*/ 0 w 2249561"/>
              <a:gd name="connsiteY3" fmla="*/ 985444 h 1272315"/>
              <a:gd name="connsiteX0" fmla="*/ 0 w 2249561"/>
              <a:gd name="connsiteY0" fmla="*/ 979690 h 1266561"/>
              <a:gd name="connsiteX1" fmla="*/ 2249561 w 2249561"/>
              <a:gd name="connsiteY1" fmla="*/ 134020 h 1266561"/>
              <a:gd name="connsiteX2" fmla="*/ 2249561 w 2249561"/>
              <a:gd name="connsiteY2" fmla="*/ 1266561 h 1266561"/>
              <a:gd name="connsiteX3" fmla="*/ 0 w 2249561"/>
              <a:gd name="connsiteY3" fmla="*/ 979690 h 1266561"/>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Lst>
            <a:ahLst/>
            <a:cxnLst>
              <a:cxn ang="0">
                <a:pos x="connsiteX0" y="connsiteY0"/>
              </a:cxn>
              <a:cxn ang="0">
                <a:pos x="connsiteX1" y="connsiteY1"/>
              </a:cxn>
              <a:cxn ang="0">
                <a:pos x="connsiteX2" y="connsiteY2"/>
              </a:cxn>
              <a:cxn ang="0">
                <a:pos x="connsiteX3" y="connsiteY3"/>
              </a:cxn>
            </a:cxnLst>
            <a:rect l="l" t="t" r="r" b="b"/>
            <a:pathLst>
              <a:path w="2249561" h="1273828">
                <a:moveTo>
                  <a:pt x="0" y="986957"/>
                </a:moveTo>
                <a:cubicBezTo>
                  <a:pt x="690087" y="358432"/>
                  <a:pt x="1188931" y="-294000"/>
                  <a:pt x="2249561" y="141287"/>
                </a:cubicBezTo>
                <a:lnTo>
                  <a:pt x="2249561" y="1273828"/>
                </a:lnTo>
                <a:cubicBezTo>
                  <a:pt x="1762671" y="1220039"/>
                  <a:pt x="570560" y="550676"/>
                  <a:pt x="0" y="98695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800" dirty="0">
                <a:noFill/>
              </a:rPr>
              <a:t> </a:t>
            </a:r>
          </a:p>
        </p:txBody>
      </p:sp>
      <p:sp>
        <p:nvSpPr>
          <p:cNvPr id="5" name="Title 1">
            <a:extLst>
              <a:ext uri="{FF2B5EF4-FFF2-40B4-BE49-F238E27FC236}">
                <a16:creationId xmlns:a16="http://schemas.microsoft.com/office/drawing/2014/main" id="{B506B291-BD26-4DBD-A912-E9396BA1828C}"/>
              </a:ext>
            </a:extLst>
          </p:cNvPr>
          <p:cNvSpPr>
            <a:spLocks noGrp="1"/>
          </p:cNvSpPr>
          <p:nvPr>
            <p:ph type="title"/>
          </p:nvPr>
        </p:nvSpPr>
        <p:spPr>
          <a:xfrm>
            <a:off x="695326" y="1700811"/>
            <a:ext cx="10768680" cy="1224137"/>
          </a:xfrm>
        </p:spPr>
        <p:txBody>
          <a:bodyPr anchor="b">
            <a:noAutofit/>
          </a:bodyPr>
          <a:lstStyle>
            <a:lvl1pPr>
              <a:lnSpc>
                <a:spcPts val="5040"/>
              </a:lnSpc>
              <a:defRPr sz="4200">
                <a:solidFill>
                  <a:schemeClr val="accent1"/>
                </a:solidFill>
              </a:defRPr>
            </a:lvl1pPr>
          </a:lstStyle>
          <a:p>
            <a:r>
              <a:rPr lang="en-US"/>
              <a:t>Click to edit Master title style</a:t>
            </a:r>
            <a:endParaRPr lang="en-AU" dirty="0"/>
          </a:p>
        </p:txBody>
      </p:sp>
      <p:sp>
        <p:nvSpPr>
          <p:cNvPr id="6" name="Text Placeholder 6">
            <a:extLst>
              <a:ext uri="{FF2B5EF4-FFF2-40B4-BE49-F238E27FC236}">
                <a16:creationId xmlns:a16="http://schemas.microsoft.com/office/drawing/2014/main" id="{72AC3715-D94B-4A73-8E94-CAC9D5806F46}"/>
              </a:ext>
            </a:extLst>
          </p:cNvPr>
          <p:cNvSpPr>
            <a:spLocks noGrp="1"/>
          </p:cNvSpPr>
          <p:nvPr>
            <p:ph type="body" sz="quarter" idx="10"/>
          </p:nvPr>
        </p:nvSpPr>
        <p:spPr>
          <a:xfrm>
            <a:off x="695326" y="3113744"/>
            <a:ext cx="10768680" cy="2043451"/>
          </a:xfrm>
          <a:prstGeom prst="rect">
            <a:avLst/>
          </a:prstGeom>
        </p:spPr>
        <p:txBody>
          <a:bodyPr>
            <a:normAutofit/>
          </a:bodyPr>
          <a:lstStyle>
            <a:lvl1pPr marL="0" indent="0">
              <a:lnSpc>
                <a:spcPts val="3240"/>
              </a:lnSpc>
              <a:buNone/>
              <a:defRPr sz="2700">
                <a:solidFill>
                  <a:schemeClr val="accent1"/>
                </a:solidFill>
              </a:defRPr>
            </a:lvl1pPr>
          </a:lstStyle>
          <a:p>
            <a:pPr lvl="0"/>
            <a:r>
              <a:rPr lang="en-US"/>
              <a:t>Edit Master text styles</a:t>
            </a:r>
          </a:p>
        </p:txBody>
      </p:sp>
      <p:sp>
        <p:nvSpPr>
          <p:cNvPr id="7" name="Rectangle 6">
            <a:extLst>
              <a:ext uri="{FF2B5EF4-FFF2-40B4-BE49-F238E27FC236}">
                <a16:creationId xmlns:a16="http://schemas.microsoft.com/office/drawing/2014/main" id="{8CAE7FD6-C4AB-456C-8186-F8E8B285CBB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0" name="Picture 9">
            <a:extLst>
              <a:ext uri="{FF2B5EF4-FFF2-40B4-BE49-F238E27FC236}">
                <a16:creationId xmlns:a16="http://schemas.microsoft.com/office/drawing/2014/main" id="{49CEDD3B-B2C6-4C8F-88C7-30EB2A94923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2" name="Footer Placeholder 11">
            <a:extLst>
              <a:ext uri="{FF2B5EF4-FFF2-40B4-BE49-F238E27FC236}">
                <a16:creationId xmlns:a16="http://schemas.microsoft.com/office/drawing/2014/main" id="{A25860B6-572B-42C8-98B4-41BF602CD44E}"/>
              </a:ext>
            </a:extLst>
          </p:cNvPr>
          <p:cNvSpPr>
            <a:spLocks noGrp="1"/>
          </p:cNvSpPr>
          <p:nvPr>
            <p:ph type="ftr" sz="quarter" idx="12"/>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E4BE4F66-8978-4B9A-B365-ABFD2A461631}"/>
              </a:ext>
            </a:extLst>
          </p:cNvPr>
          <p:cNvSpPr>
            <a:spLocks noGrp="1"/>
          </p:cNvSpPr>
          <p:nvPr>
            <p:ph type="sldNum" sz="quarter" idx="13"/>
          </p:nvPr>
        </p:nvSpPr>
        <p:spPr/>
        <p:txBody>
          <a:bodyPr/>
          <a:lstStyle/>
          <a:p>
            <a:fld id="{E917DE0E-AFB1-41FD-BC35-27DB61CA125F}" type="slidenum">
              <a:rPr lang="en-AU" smtClean="0"/>
              <a:pPr/>
              <a:t>‹#›</a:t>
            </a:fld>
            <a:endParaRPr lang="en-AU" dirty="0"/>
          </a:p>
        </p:txBody>
      </p:sp>
      <p:sp>
        <p:nvSpPr>
          <p:cNvPr id="14" name="Date Placeholder 13">
            <a:extLst>
              <a:ext uri="{FF2B5EF4-FFF2-40B4-BE49-F238E27FC236}">
                <a16:creationId xmlns:a16="http://schemas.microsoft.com/office/drawing/2014/main" id="{085400BA-682A-4644-881E-9D9BA0DAB8FC}"/>
              </a:ext>
            </a:extLst>
          </p:cNvPr>
          <p:cNvSpPr>
            <a:spLocks noGrp="1"/>
          </p:cNvSpPr>
          <p:nvPr>
            <p:ph type="dt" sz="half" idx="14"/>
          </p:nvPr>
        </p:nvSpPr>
        <p:spPr bwMode="white"/>
        <p:txBody>
          <a:bodyPr/>
          <a:lstStyle/>
          <a:p>
            <a:r>
              <a:rPr lang="en-US" dirty="0"/>
              <a:t>[Entity Name]</a:t>
            </a:r>
            <a:endParaRPr lang="en-AU" dirty="0"/>
          </a:p>
        </p:txBody>
      </p:sp>
    </p:spTree>
    <p:extLst>
      <p:ext uri="{BB962C8B-B14F-4D97-AF65-F5344CB8AC3E}">
        <p14:creationId xmlns:p14="http://schemas.microsoft.com/office/powerpoint/2010/main" val="59789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4DB10F3-61E9-4E77-9DC7-82D405E3EBB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695326" y="1700213"/>
            <a:ext cx="10801350" cy="4608512"/>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5184708F-CDEB-4FFB-9113-878D6AE04045}"/>
              </a:ext>
            </a:extLst>
          </p:cNvPr>
          <p:cNvSpPr>
            <a:spLocks noGrp="1"/>
          </p:cNvSpPr>
          <p:nvPr>
            <p:ph type="title"/>
          </p:nvPr>
        </p:nvSpPr>
        <p:spPr/>
        <p:txBody>
          <a:bodyPr/>
          <a:lstStyle/>
          <a:p>
            <a:r>
              <a:rPr lang="en-US"/>
              <a:t>Click to edit Master title style</a:t>
            </a:r>
            <a:endParaRPr lang="en-AU" dirty="0"/>
          </a:p>
        </p:txBody>
      </p:sp>
      <p:sp>
        <p:nvSpPr>
          <p:cNvPr id="8" name="Text Placeholder 5">
            <a:extLst>
              <a:ext uri="{FF2B5EF4-FFF2-40B4-BE49-F238E27FC236}">
                <a16:creationId xmlns:a16="http://schemas.microsoft.com/office/drawing/2014/main" id="{766B75CD-5CD6-4D07-B08A-ACCB61480F59}"/>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5" name="Footer Placeholder 4">
            <a:extLst>
              <a:ext uri="{FF2B5EF4-FFF2-40B4-BE49-F238E27FC236}">
                <a16:creationId xmlns:a16="http://schemas.microsoft.com/office/drawing/2014/main" id="{246DB8A7-6976-473B-BF64-0813975EEBBB}"/>
              </a:ext>
            </a:extLst>
          </p:cNvPr>
          <p:cNvSpPr>
            <a:spLocks noGrp="1"/>
          </p:cNvSpPr>
          <p:nvPr>
            <p:ph type="ftr" sz="quarter" idx="17"/>
          </p:nvPr>
        </p:nvSpPr>
        <p:spPr/>
        <p:txBody>
          <a:bodyPr/>
          <a:lstStyle/>
          <a:p>
            <a:r>
              <a:rPr lang="en-AU"/>
              <a:t>[Presentation Title] | [Date]</a:t>
            </a:r>
            <a:endParaRPr lang="en-AU" dirty="0"/>
          </a:p>
        </p:txBody>
      </p:sp>
      <p:sp>
        <p:nvSpPr>
          <p:cNvPr id="7" name="Slide Number Placeholder 6">
            <a:extLst>
              <a:ext uri="{FF2B5EF4-FFF2-40B4-BE49-F238E27FC236}">
                <a16:creationId xmlns:a16="http://schemas.microsoft.com/office/drawing/2014/main" id="{C50E6DF7-2887-45E5-8CD1-2FCDFD70911D}"/>
              </a:ext>
            </a:extLst>
          </p:cNvPr>
          <p:cNvSpPr>
            <a:spLocks noGrp="1"/>
          </p:cNvSpPr>
          <p:nvPr>
            <p:ph type="sldNum" sz="quarter" idx="18"/>
          </p:nvPr>
        </p:nvSpPr>
        <p:spPr/>
        <p:txBody>
          <a:bodyPr/>
          <a:lstStyle/>
          <a:p>
            <a:fld id="{E917DE0E-AFB1-41FD-BC35-27DB61CA125F}" type="slidenum">
              <a:rPr lang="en-AU" smtClean="0"/>
              <a:pPr/>
              <a:t>‹#›</a:t>
            </a:fld>
            <a:endParaRPr lang="en-AU" dirty="0"/>
          </a:p>
        </p:txBody>
      </p:sp>
      <p:pic>
        <p:nvPicPr>
          <p:cNvPr id="12" name="Picture 11">
            <a:extLst>
              <a:ext uri="{FF2B5EF4-FFF2-40B4-BE49-F238E27FC236}">
                <a16:creationId xmlns:a16="http://schemas.microsoft.com/office/drawing/2014/main" id="{65099731-84D7-49CC-91E0-CE4B0734675A}"/>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1" name="TextBox 10">
            <a:extLst>
              <a:ext uri="{FF2B5EF4-FFF2-40B4-BE49-F238E27FC236}">
                <a16:creationId xmlns:a16="http://schemas.microsoft.com/office/drawing/2014/main" id="{7CCA4A0C-C5B9-45ED-9D64-B274EE980802}"/>
              </a:ext>
            </a:extLst>
          </p:cNvPr>
          <p:cNvSpPr txBox="1"/>
          <p:nvPr userDrawn="1"/>
        </p:nvSpPr>
        <p:spPr>
          <a:xfrm>
            <a:off x="8096810" y="6518190"/>
            <a:ext cx="2391677" cy="241200"/>
          </a:xfrm>
          <a:prstGeom prst="rect">
            <a:avLst/>
          </a:prstGeom>
          <a:noFill/>
        </p:spPr>
        <p:txBody>
          <a:bodyPr wrap="square" lIns="0" tIns="0" rIns="0" bIns="0" rtlCol="0" anchor="ctr">
            <a:noAutofit/>
          </a:bodyPr>
          <a:lstStyle/>
          <a:p>
            <a:r>
              <a:rPr lang="en-AU" sz="800" dirty="0"/>
              <a:t>CRICOS code 00025B</a:t>
            </a:r>
          </a:p>
        </p:txBody>
      </p:sp>
      <p:sp>
        <p:nvSpPr>
          <p:cNvPr id="14" name="Date Placeholder 2">
            <a:extLst>
              <a:ext uri="{FF2B5EF4-FFF2-40B4-BE49-F238E27FC236}">
                <a16:creationId xmlns:a16="http://schemas.microsoft.com/office/drawing/2014/main" id="{59BA0F0A-82FA-4477-B553-959A8EFB7E8F}"/>
              </a:ext>
            </a:extLst>
          </p:cNvPr>
          <p:cNvSpPr>
            <a:spLocks noGrp="1"/>
          </p:cNvSpPr>
          <p:nvPr>
            <p:ph type="dt" sz="half" idx="2"/>
          </p:nvPr>
        </p:nvSpPr>
        <p:spPr bwMode="white">
          <a:xfrm>
            <a:off x="695325" y="151136"/>
            <a:ext cx="3384549" cy="241200"/>
          </a:xfrm>
          <a:prstGeom prst="rect">
            <a:avLst/>
          </a:prstGeom>
        </p:spPr>
        <p:txBody>
          <a:bodyPr vert="horz" lIns="0" tIns="0" rIns="0" bIns="0" rtlCol="0" anchor="t"/>
          <a:lstStyle>
            <a:lvl1pPr algn="l">
              <a:lnSpc>
                <a:spcPct val="80000"/>
              </a:lnSpc>
              <a:defRPr sz="1000">
                <a:solidFill>
                  <a:schemeClr val="bg1"/>
                </a:solidFill>
              </a:defRPr>
            </a:lvl1pPr>
          </a:lstStyle>
          <a:p>
            <a:r>
              <a:rPr lang="en-US" dirty="0"/>
              <a:t>[Entity Name]</a:t>
            </a:r>
            <a:endParaRPr lang="en-AU" dirty="0"/>
          </a:p>
        </p:txBody>
      </p:sp>
    </p:spTree>
    <p:extLst>
      <p:ext uri="{BB962C8B-B14F-4D97-AF65-F5344CB8AC3E}">
        <p14:creationId xmlns:p14="http://schemas.microsoft.com/office/powerpoint/2010/main" val="174075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E617285-D1B4-4CCD-B438-9B032C51AF7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3" name="Content Placeholder 2"/>
          <p:cNvSpPr>
            <a:spLocks noGrp="1"/>
          </p:cNvSpPr>
          <p:nvPr>
            <p:ph sz="half" idx="1"/>
          </p:nvPr>
        </p:nvSpPr>
        <p:spPr>
          <a:xfrm>
            <a:off x="695325" y="1700213"/>
            <a:ext cx="5218859" cy="4608515"/>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US" sz="2400" dirty="0"/>
            </a:lvl5pPr>
            <a:lvl6pPr>
              <a:defRPr lang="en-AU" sz="2000" dirty="0"/>
            </a:lvl6pPr>
            <a:lvl7pPr>
              <a:defRPr lang="en-AU" dirty="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88619" y="1700213"/>
            <a:ext cx="5220000" cy="4608515"/>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AU" dirty="0"/>
            </a:lvl5pPr>
            <a:lvl6pPr>
              <a:defRPr lang="en-AU" dirty="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Title 7">
            <a:extLst>
              <a:ext uri="{FF2B5EF4-FFF2-40B4-BE49-F238E27FC236}">
                <a16:creationId xmlns:a16="http://schemas.microsoft.com/office/drawing/2014/main" id="{E9C4661F-54FC-4886-BD67-853118646F4D}"/>
              </a:ext>
            </a:extLst>
          </p:cNvPr>
          <p:cNvSpPr>
            <a:spLocks noGrp="1"/>
          </p:cNvSpPr>
          <p:nvPr>
            <p:ph type="title"/>
          </p:nvPr>
        </p:nvSpPr>
        <p:spPr/>
        <p:txBody>
          <a:bodyPr/>
          <a:lstStyle/>
          <a:p>
            <a:r>
              <a:rPr lang="en-US"/>
              <a:t>Click to edit Master title style</a:t>
            </a:r>
            <a:endParaRPr lang="en-AU" dirty="0"/>
          </a:p>
        </p:txBody>
      </p:sp>
      <p:sp>
        <p:nvSpPr>
          <p:cNvPr id="10" name="Text Placeholder 5">
            <a:extLst>
              <a:ext uri="{FF2B5EF4-FFF2-40B4-BE49-F238E27FC236}">
                <a16:creationId xmlns:a16="http://schemas.microsoft.com/office/drawing/2014/main" id="{B8CF3B12-4A8B-4A18-B3B1-784A4DEDEF2B}"/>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pic>
        <p:nvPicPr>
          <p:cNvPr id="11" name="Picture 10">
            <a:extLst>
              <a:ext uri="{FF2B5EF4-FFF2-40B4-BE49-F238E27FC236}">
                <a16:creationId xmlns:a16="http://schemas.microsoft.com/office/drawing/2014/main" id="{E3275DB1-C9CB-4BE5-B284-7833AD90281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5" name="Date Placeholder 4">
            <a:extLst>
              <a:ext uri="{FF2B5EF4-FFF2-40B4-BE49-F238E27FC236}">
                <a16:creationId xmlns:a16="http://schemas.microsoft.com/office/drawing/2014/main" id="{5CB261A5-F8C2-49CF-AE4B-80932D43C55C}"/>
              </a:ext>
            </a:extLst>
          </p:cNvPr>
          <p:cNvSpPr>
            <a:spLocks noGrp="1"/>
          </p:cNvSpPr>
          <p:nvPr>
            <p:ph type="dt" sz="half" idx="16"/>
          </p:nvPr>
        </p:nvSpPr>
        <p:spPr bwMode="white"/>
        <p:txBody>
          <a:bodyPr/>
          <a:lstStyle/>
          <a:p>
            <a:r>
              <a:rPr lang="en-US" dirty="0"/>
              <a:t>[Entity Name]</a:t>
            </a:r>
            <a:endParaRPr lang="en-AU" dirty="0"/>
          </a:p>
        </p:txBody>
      </p:sp>
      <p:sp>
        <p:nvSpPr>
          <p:cNvPr id="9" name="Footer Placeholder 8">
            <a:extLst>
              <a:ext uri="{FF2B5EF4-FFF2-40B4-BE49-F238E27FC236}">
                <a16:creationId xmlns:a16="http://schemas.microsoft.com/office/drawing/2014/main" id="{F8BF24CA-767B-442B-A672-6C630273E4EA}"/>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85B269D8-1308-43E9-B2BF-264F017F03A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68781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mp; Content">
    <p:spTree>
      <p:nvGrpSpPr>
        <p:cNvPr id="1" name=""/>
        <p:cNvGrpSpPr/>
        <p:nvPr/>
      </p:nvGrpSpPr>
      <p:grpSpPr>
        <a:xfrm>
          <a:off x="0" y="0"/>
          <a:ext cx="0" cy="0"/>
          <a:chOff x="0" y="0"/>
          <a:chExt cx="0" cy="0"/>
        </a:xfrm>
      </p:grpSpPr>
      <p:sp>
        <p:nvSpPr>
          <p:cNvPr id="12" name="Content Placeholder 9">
            <a:extLst>
              <a:ext uri="{FF2B5EF4-FFF2-40B4-BE49-F238E27FC236}">
                <a16:creationId xmlns:a16="http://schemas.microsoft.com/office/drawing/2014/main" id="{7DE9F9C2-C2B0-4B19-9F8F-A1280EA275C0}"/>
              </a:ext>
            </a:extLst>
          </p:cNvPr>
          <p:cNvSpPr>
            <a:spLocks noGrp="1"/>
          </p:cNvSpPr>
          <p:nvPr>
            <p:ph sz="quarter" idx="10"/>
          </p:nvPr>
        </p:nvSpPr>
        <p:spPr>
          <a:xfrm>
            <a:off x="695326" y="2276872"/>
            <a:ext cx="10801350" cy="4031853"/>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ext Placeholder 5">
            <a:extLst>
              <a:ext uri="{FF2B5EF4-FFF2-40B4-BE49-F238E27FC236}">
                <a16:creationId xmlns:a16="http://schemas.microsoft.com/office/drawing/2014/main" id="{41D6D02D-851A-425B-9382-05F6C6A21AE0}"/>
              </a:ext>
            </a:extLst>
          </p:cNvPr>
          <p:cNvSpPr>
            <a:spLocks noGrp="1"/>
          </p:cNvSpPr>
          <p:nvPr>
            <p:ph type="body" sz="quarter" idx="14" hasCustomPrompt="1"/>
          </p:nvPr>
        </p:nvSpPr>
        <p:spPr>
          <a:xfrm>
            <a:off x="695325" y="1700808"/>
            <a:ext cx="10801350"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13" name="Text Placeholder 5">
            <a:extLst>
              <a:ext uri="{FF2B5EF4-FFF2-40B4-BE49-F238E27FC236}">
                <a16:creationId xmlns:a16="http://schemas.microsoft.com/office/drawing/2014/main" id="{47739A71-8D07-4132-9F5A-AE8E3A1B32C3}"/>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D58DC2F2-9186-47D8-9B5E-AD01B90E6DD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5" name="Picture 14">
            <a:extLst>
              <a:ext uri="{FF2B5EF4-FFF2-40B4-BE49-F238E27FC236}">
                <a16:creationId xmlns:a16="http://schemas.microsoft.com/office/drawing/2014/main" id="{EFCDB56B-4EE8-4A95-A470-557D6FBBEB4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3" name="Title 2">
            <a:extLst>
              <a:ext uri="{FF2B5EF4-FFF2-40B4-BE49-F238E27FC236}">
                <a16:creationId xmlns:a16="http://schemas.microsoft.com/office/drawing/2014/main" id="{FC6DF2CA-8642-47E7-98D3-A7019416AF60}"/>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129B2684-2D18-4E6D-8AA2-AD850CFD2770}"/>
              </a:ext>
            </a:extLst>
          </p:cNvPr>
          <p:cNvSpPr>
            <a:spLocks noGrp="1"/>
          </p:cNvSpPr>
          <p:nvPr>
            <p:ph type="dt" sz="half" idx="16"/>
          </p:nvPr>
        </p:nvSpPr>
        <p:spPr bwMode="white"/>
        <p:txBody>
          <a:bodyPr/>
          <a:lstStyle/>
          <a:p>
            <a:r>
              <a:rPr lang="en-US" dirty="0"/>
              <a:t>[Entity Name]</a:t>
            </a:r>
            <a:endParaRPr lang="en-AU" dirty="0"/>
          </a:p>
        </p:txBody>
      </p:sp>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p>
            <a:r>
              <a:rPr lang="en-AU"/>
              <a:t>[Presentation Title] | [Date]</a:t>
            </a:r>
            <a:endParaRPr lang="en-AU"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717606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2 Graphs">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2F89E8-AEA0-41B7-97D7-227B19E804EC}"/>
              </a:ext>
            </a:extLst>
          </p:cNvPr>
          <p:cNvSpPr>
            <a:spLocks noGrp="1"/>
          </p:cNvSpPr>
          <p:nvPr>
            <p:ph type="body" sz="quarter" idx="13" hasCustomPrompt="1"/>
          </p:nvPr>
        </p:nvSpPr>
        <p:spPr>
          <a:xfrm>
            <a:off x="695326" y="2279553"/>
            <a:ext cx="5220000" cy="360000"/>
          </a:xfrm>
          <a:prstGeom prst="rect">
            <a:avLst/>
          </a:prstGeom>
        </p:spPr>
        <p:txBody>
          <a:bodyPr>
            <a:noAutofit/>
          </a:bodyPr>
          <a:lstStyle>
            <a:lvl1pPr>
              <a:lnSpc>
                <a:spcPct val="100000"/>
              </a:lnSpc>
              <a:defRPr sz="1200">
                <a:solidFill>
                  <a:schemeClr val="accent1"/>
                </a:solidFill>
              </a:defRPr>
            </a:lvl1pPr>
            <a:lvl2pPr>
              <a:defRPr sz="1200">
                <a:solidFill>
                  <a:schemeClr val="accent1"/>
                </a:solidFill>
              </a:defRPr>
            </a:lvl2pPr>
            <a:lvl3pPr>
              <a:defRPr sz="1200">
                <a:solidFill>
                  <a:schemeClr val="accent1"/>
                </a:solidFill>
              </a:defRPr>
            </a:lvl3pPr>
            <a:lvl4pPr>
              <a:defRPr sz="1200">
                <a:solidFill>
                  <a:schemeClr val="accent1"/>
                </a:solidFill>
              </a:defRPr>
            </a:lvl4pPr>
            <a:lvl5pPr>
              <a:defRPr lang="en-AU" dirty="0"/>
            </a:lvl5pPr>
            <a:lvl6pPr>
              <a:defRPr b="0"/>
            </a:lvl6pPr>
          </a:lstStyle>
          <a:p>
            <a:pPr lvl="5"/>
            <a:r>
              <a:rPr lang="en-US" dirty="0"/>
              <a:t>[Graph title]</a:t>
            </a:r>
            <a:endParaRPr lang="en-AU" dirty="0"/>
          </a:p>
        </p:txBody>
      </p:sp>
      <p:sp>
        <p:nvSpPr>
          <p:cNvPr id="6" name="Content Placeholder 5">
            <a:extLst>
              <a:ext uri="{FF2B5EF4-FFF2-40B4-BE49-F238E27FC236}">
                <a16:creationId xmlns:a16="http://schemas.microsoft.com/office/drawing/2014/main" id="{5F93F161-17EB-4DA5-BE00-069D1277B92D}"/>
              </a:ext>
            </a:extLst>
          </p:cNvPr>
          <p:cNvSpPr>
            <a:spLocks noGrp="1"/>
          </p:cNvSpPr>
          <p:nvPr>
            <p:ph sz="quarter" idx="17"/>
          </p:nvPr>
        </p:nvSpPr>
        <p:spPr>
          <a:xfrm>
            <a:off x="695326" y="2696388"/>
            <a:ext cx="5220000" cy="3612337"/>
          </a:xfrm>
        </p:spPr>
        <p:txBody>
          <a:bodyPr/>
          <a:lstStyle>
            <a:lvl1pPr>
              <a:defRPr lang="en-US" dirty="0"/>
            </a:lvl1pPr>
            <a:lvl2pPr>
              <a:defRPr lang="en-US" dirty="0"/>
            </a:lvl2pPr>
            <a:lvl3pPr>
              <a:defRPr lang="en-US" dirty="0"/>
            </a:lvl3pPr>
            <a:lvl4pPr>
              <a:defRPr lang="en-US" dirty="0"/>
            </a:lvl4pPr>
            <a:lvl5pPr>
              <a:defRPr lang="en-AU"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5" name="Text Placeholder 6">
            <a:extLst>
              <a:ext uri="{FF2B5EF4-FFF2-40B4-BE49-F238E27FC236}">
                <a16:creationId xmlns:a16="http://schemas.microsoft.com/office/drawing/2014/main" id="{4324DF9C-3E8A-469C-8FC9-4938DAA32240}"/>
              </a:ext>
            </a:extLst>
          </p:cNvPr>
          <p:cNvSpPr>
            <a:spLocks noGrp="1"/>
          </p:cNvSpPr>
          <p:nvPr>
            <p:ph type="body" sz="quarter" idx="18" hasCustomPrompt="1"/>
          </p:nvPr>
        </p:nvSpPr>
        <p:spPr>
          <a:xfrm>
            <a:off x="6279511" y="2279553"/>
            <a:ext cx="5220000" cy="360000"/>
          </a:xfrm>
          <a:prstGeom prst="rect">
            <a:avLst/>
          </a:prstGeom>
        </p:spPr>
        <p:txBody>
          <a:bodyPr>
            <a:noAutofit/>
          </a:bodyPr>
          <a:lstStyle>
            <a:lvl1pPr>
              <a:lnSpc>
                <a:spcPct val="100000"/>
              </a:lnSpc>
              <a:defRPr sz="1200">
                <a:solidFill>
                  <a:schemeClr val="accent1"/>
                </a:solidFill>
              </a:defRPr>
            </a:lvl1pPr>
            <a:lvl2pPr>
              <a:defRPr sz="1200">
                <a:solidFill>
                  <a:schemeClr val="accent1"/>
                </a:solidFill>
              </a:defRPr>
            </a:lvl2pPr>
            <a:lvl3pPr>
              <a:defRPr sz="1200">
                <a:solidFill>
                  <a:schemeClr val="accent1"/>
                </a:solidFill>
              </a:defRPr>
            </a:lvl3pPr>
            <a:lvl4pPr>
              <a:defRPr sz="1200">
                <a:solidFill>
                  <a:schemeClr val="accent1"/>
                </a:solidFill>
              </a:defRPr>
            </a:lvl4pPr>
            <a:lvl5pPr>
              <a:defRPr lang="en-AU" dirty="0"/>
            </a:lvl5pPr>
            <a:lvl6pPr>
              <a:defRPr b="0"/>
            </a:lvl6pPr>
          </a:lstStyle>
          <a:p>
            <a:pPr lvl="5"/>
            <a:r>
              <a:rPr lang="en-US" dirty="0"/>
              <a:t>[Graph title]</a:t>
            </a:r>
            <a:endParaRPr lang="en-AU" dirty="0"/>
          </a:p>
        </p:txBody>
      </p:sp>
      <p:sp>
        <p:nvSpPr>
          <p:cNvPr id="16" name="Content Placeholder 5">
            <a:extLst>
              <a:ext uri="{FF2B5EF4-FFF2-40B4-BE49-F238E27FC236}">
                <a16:creationId xmlns:a16="http://schemas.microsoft.com/office/drawing/2014/main" id="{A027F0FB-D735-4865-B5EA-A50B34F47CA8}"/>
              </a:ext>
            </a:extLst>
          </p:cNvPr>
          <p:cNvSpPr>
            <a:spLocks noGrp="1"/>
          </p:cNvSpPr>
          <p:nvPr>
            <p:ph sz="quarter" idx="19"/>
          </p:nvPr>
        </p:nvSpPr>
        <p:spPr>
          <a:xfrm>
            <a:off x="6279511" y="2696388"/>
            <a:ext cx="5220000" cy="3612337"/>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CAE7F11A-C7DA-440F-83D7-3571E1FAF17A}"/>
              </a:ext>
            </a:extLst>
          </p:cNvPr>
          <p:cNvSpPr>
            <a:spLocks noGrp="1"/>
          </p:cNvSpPr>
          <p:nvPr>
            <p:ph type="body" sz="quarter" idx="14" hasCustomPrompt="1"/>
          </p:nvPr>
        </p:nvSpPr>
        <p:spPr>
          <a:xfrm>
            <a:off x="695327" y="1699200"/>
            <a:ext cx="10772776"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13" name="Text Placeholder 5">
            <a:extLst>
              <a:ext uri="{FF2B5EF4-FFF2-40B4-BE49-F238E27FC236}">
                <a16:creationId xmlns:a16="http://schemas.microsoft.com/office/drawing/2014/main" id="{97ABDCDB-C6CD-4C8C-A5E2-31920BCF53A3}"/>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71F7154F-DE85-4B92-BE63-FC9C5B0FC14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7" name="Picture 16">
            <a:extLst>
              <a:ext uri="{FF2B5EF4-FFF2-40B4-BE49-F238E27FC236}">
                <a16:creationId xmlns:a16="http://schemas.microsoft.com/office/drawing/2014/main" id="{6C08FAE1-741A-4147-AD4A-766CC098B78A}"/>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Title 7">
            <a:extLst>
              <a:ext uri="{FF2B5EF4-FFF2-40B4-BE49-F238E27FC236}">
                <a16:creationId xmlns:a16="http://schemas.microsoft.com/office/drawing/2014/main" id="{0701168E-769B-45DB-AFDD-B10DB12B4A9C}"/>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773B90A4-353C-48E3-A991-1B0A2B9809C7}"/>
              </a:ext>
            </a:extLst>
          </p:cNvPr>
          <p:cNvSpPr>
            <a:spLocks noGrp="1"/>
          </p:cNvSpPr>
          <p:nvPr>
            <p:ph type="dt" sz="half" idx="20"/>
          </p:nvPr>
        </p:nvSpPr>
        <p:spPr bwMode="white"/>
        <p:txBody>
          <a:bodyPr/>
          <a:lstStyle/>
          <a:p>
            <a:r>
              <a:rPr lang="en-US" dirty="0"/>
              <a:t>[Entity Name]</a:t>
            </a:r>
            <a:endParaRPr lang="en-AU" dirty="0"/>
          </a:p>
        </p:txBody>
      </p:sp>
      <p:sp>
        <p:nvSpPr>
          <p:cNvPr id="9" name="Footer Placeholder 8">
            <a:extLst>
              <a:ext uri="{FF2B5EF4-FFF2-40B4-BE49-F238E27FC236}">
                <a16:creationId xmlns:a16="http://schemas.microsoft.com/office/drawing/2014/main" id="{40E684A2-92A1-4743-93DB-A2D5AFCE792F}"/>
              </a:ext>
            </a:extLst>
          </p:cNvPr>
          <p:cNvSpPr>
            <a:spLocks noGrp="1"/>
          </p:cNvSpPr>
          <p:nvPr>
            <p:ph type="ftr" sz="quarter" idx="21"/>
          </p:nvPr>
        </p:nvSpPr>
        <p:spPr/>
        <p:txBody>
          <a:bodyPr/>
          <a:lstStyle/>
          <a:p>
            <a:r>
              <a:rPr lang="en-AU"/>
              <a:t>[Presentation Title] | [Date]</a:t>
            </a:r>
            <a:endParaRPr lang="en-AU" dirty="0"/>
          </a:p>
        </p:txBody>
      </p:sp>
      <p:sp>
        <p:nvSpPr>
          <p:cNvPr id="10" name="Slide Number Placeholder 9">
            <a:extLst>
              <a:ext uri="{FF2B5EF4-FFF2-40B4-BE49-F238E27FC236}">
                <a16:creationId xmlns:a16="http://schemas.microsoft.com/office/drawing/2014/main" id="{3B228959-3C67-45BC-954A-A13981901278}"/>
              </a:ext>
            </a:extLst>
          </p:cNvPr>
          <p:cNvSpPr>
            <a:spLocks noGrp="1"/>
          </p:cNvSpPr>
          <p:nvPr>
            <p:ph type="sldNum" sz="quarter" idx="22"/>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02488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Layout Horizontal">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5" y="1700212"/>
            <a:ext cx="10801350" cy="2160000"/>
          </a:xfrm>
          <a:prstGeom prst="rect">
            <a:avLst/>
          </a:prstGeom>
        </p:spPr>
        <p:txBody>
          <a:bodyPr/>
          <a:lstStyle>
            <a:lvl1pPr>
              <a:defRPr lang="en-US" dirty="0"/>
            </a:lvl1pPr>
            <a:lvl2pPr>
              <a:defRPr lang="en-US" dirty="0"/>
            </a:lvl2pPr>
            <a:lvl3pPr>
              <a:defRPr lang="en-US" dirty="0"/>
            </a:lvl3pPr>
            <a:lvl4pPr>
              <a:defRPr lang="en-US" dirty="0"/>
            </a:lvl4pPr>
            <a:lvl5pPr>
              <a:defRPr lang="en-US"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6"/>
          <p:cNvSpPr>
            <a:spLocks noGrp="1"/>
          </p:cNvSpPr>
          <p:nvPr>
            <p:ph sz="quarter" idx="13"/>
          </p:nvPr>
        </p:nvSpPr>
        <p:spPr>
          <a:xfrm>
            <a:off x="695325" y="4149320"/>
            <a:ext cx="10801350" cy="2160000"/>
          </a:xfrm>
          <a:prstGeom prst="rect">
            <a:avLst/>
          </a:prstGeom>
        </p:spPr>
        <p:txBody>
          <a:bodyPr/>
          <a:lstStyle>
            <a:lvl1pPr>
              <a:defRPr lang="en-US" dirty="0"/>
            </a:lvl1pPr>
            <a:lvl2pPr>
              <a:defRPr lang="en-US" dirty="0"/>
            </a:lvl2pPr>
            <a:lvl3pPr>
              <a:defRPr lang="en-US" dirty="0"/>
            </a:lvl3pPr>
            <a:lvl4pPr>
              <a:defRPr lang="en-US" dirty="0"/>
            </a:lvl4pPr>
            <a:lvl5pPr>
              <a:defRPr lang="en-US"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B4204264-ED99-42CA-9AA0-998A63609F92}"/>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6BF99E85-067E-4D25-84D4-D21BC7C23B71}"/>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2" name="Picture 11">
            <a:extLst>
              <a:ext uri="{FF2B5EF4-FFF2-40B4-BE49-F238E27FC236}">
                <a16:creationId xmlns:a16="http://schemas.microsoft.com/office/drawing/2014/main" id="{78C68E48-49B8-418B-BA86-C6FED8002F94}"/>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4" name="Title 3">
            <a:extLst>
              <a:ext uri="{FF2B5EF4-FFF2-40B4-BE49-F238E27FC236}">
                <a16:creationId xmlns:a16="http://schemas.microsoft.com/office/drawing/2014/main" id="{F21DDE5F-D7FC-442F-B28B-E2BE20514547}"/>
              </a:ext>
            </a:extLst>
          </p:cNvPr>
          <p:cNvSpPr>
            <a:spLocks noGrp="1"/>
          </p:cNvSpPr>
          <p:nvPr>
            <p:ph type="title"/>
          </p:nvPr>
        </p:nvSpPr>
        <p:spPr/>
        <p:txBody>
          <a:bodyPr/>
          <a:lstStyle/>
          <a:p>
            <a:r>
              <a:rPr lang="en-US"/>
              <a:t>Click to edit Master title style</a:t>
            </a:r>
            <a:endParaRPr lang="en-AU"/>
          </a:p>
        </p:txBody>
      </p:sp>
      <p:sp>
        <p:nvSpPr>
          <p:cNvPr id="11" name="Date Placeholder 10">
            <a:extLst>
              <a:ext uri="{FF2B5EF4-FFF2-40B4-BE49-F238E27FC236}">
                <a16:creationId xmlns:a16="http://schemas.microsoft.com/office/drawing/2014/main" id="{6104F0F0-FDFF-43C7-9188-2DB30D5D1563}"/>
              </a:ext>
            </a:extLst>
          </p:cNvPr>
          <p:cNvSpPr>
            <a:spLocks noGrp="1"/>
          </p:cNvSpPr>
          <p:nvPr>
            <p:ph type="dt" sz="half" idx="18"/>
          </p:nvPr>
        </p:nvSpPr>
        <p:spPr bwMode="white"/>
        <p:txBody>
          <a:bodyPr/>
          <a:lstStyle/>
          <a:p>
            <a:r>
              <a:rPr lang="en-US" dirty="0"/>
              <a:t>[Entity Name]</a:t>
            </a:r>
            <a:endParaRPr lang="en-AU" dirty="0"/>
          </a:p>
        </p:txBody>
      </p:sp>
      <p:sp>
        <p:nvSpPr>
          <p:cNvPr id="13" name="Footer Placeholder 12">
            <a:extLst>
              <a:ext uri="{FF2B5EF4-FFF2-40B4-BE49-F238E27FC236}">
                <a16:creationId xmlns:a16="http://schemas.microsoft.com/office/drawing/2014/main" id="{23BF6C02-0CA6-49E2-A373-73DF26BA1D21}"/>
              </a:ext>
            </a:extLst>
          </p:cNvPr>
          <p:cNvSpPr>
            <a:spLocks noGrp="1"/>
          </p:cNvSpPr>
          <p:nvPr>
            <p:ph type="ftr" sz="quarter" idx="19"/>
          </p:nvPr>
        </p:nvSpPr>
        <p:spPr/>
        <p:txBody>
          <a:bodyPr/>
          <a:lstStyle/>
          <a:p>
            <a:r>
              <a:rPr lang="en-AU"/>
              <a:t>[Presentation Title] | [Date]</a:t>
            </a:r>
            <a:endParaRPr lang="en-AU" dirty="0"/>
          </a:p>
        </p:txBody>
      </p:sp>
      <p:sp>
        <p:nvSpPr>
          <p:cNvPr id="14" name="Slide Number Placeholder 13">
            <a:extLst>
              <a:ext uri="{FF2B5EF4-FFF2-40B4-BE49-F238E27FC236}">
                <a16:creationId xmlns:a16="http://schemas.microsoft.com/office/drawing/2014/main" id="{D89DCE9D-2EC0-4E96-8676-B7755E0D22A7}"/>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870134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BFF82D3-6289-409B-A057-3D813BA14F7F}"/>
              </a:ext>
            </a:extLst>
          </p:cNvPr>
          <p:cNvSpPr>
            <a:spLocks noGrp="1"/>
          </p:cNvSpPr>
          <p:nvPr>
            <p:ph sz="quarter" idx="14"/>
          </p:nvPr>
        </p:nvSpPr>
        <p:spPr>
          <a:xfrm>
            <a:off x="695325" y="1700213"/>
            <a:ext cx="3384342" cy="4608512"/>
          </a:xfrm>
        </p:spPr>
        <p:txBody>
          <a:bodyPr/>
          <a:lstStyle>
            <a:lvl1pPr>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Content Placeholder 6">
            <a:extLst>
              <a:ext uri="{FF2B5EF4-FFF2-40B4-BE49-F238E27FC236}">
                <a16:creationId xmlns:a16="http://schemas.microsoft.com/office/drawing/2014/main" id="{3F6BB689-6536-431A-8821-1D05F11A490B}"/>
              </a:ext>
            </a:extLst>
          </p:cNvPr>
          <p:cNvSpPr>
            <a:spLocks noGrp="1"/>
          </p:cNvSpPr>
          <p:nvPr>
            <p:ph sz="quarter" idx="15"/>
          </p:nvPr>
        </p:nvSpPr>
        <p:spPr>
          <a:xfrm>
            <a:off x="4406607" y="1700213"/>
            <a:ext cx="3384000" cy="4608512"/>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9" name="Content Placeholder 6">
            <a:extLst>
              <a:ext uri="{FF2B5EF4-FFF2-40B4-BE49-F238E27FC236}">
                <a16:creationId xmlns:a16="http://schemas.microsoft.com/office/drawing/2014/main" id="{DE3EE136-4551-4345-9B3F-12045A92B814}"/>
              </a:ext>
            </a:extLst>
          </p:cNvPr>
          <p:cNvSpPr>
            <a:spLocks noGrp="1"/>
          </p:cNvSpPr>
          <p:nvPr>
            <p:ph sz="quarter" idx="16"/>
          </p:nvPr>
        </p:nvSpPr>
        <p:spPr>
          <a:xfrm>
            <a:off x="8112597" y="1700213"/>
            <a:ext cx="3384000" cy="4608512"/>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60070F8D-A181-4941-8E6E-89B3B6A120EA}"/>
              </a:ext>
            </a:extLst>
          </p:cNvPr>
          <p:cNvSpPr>
            <a:spLocks noGrp="1"/>
          </p:cNvSpPr>
          <p:nvPr>
            <p:ph type="body" sz="quarter" idx="18"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FA713AAF-B990-435A-8393-8A687098057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16E32DE4-D188-4655-B345-81AD0F7B8AEF}"/>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E9B9DCCA-7638-41AF-BB97-E7C1ADB94B43}"/>
              </a:ext>
            </a:extLst>
          </p:cNvPr>
          <p:cNvSpPr>
            <a:spLocks noGrp="1"/>
          </p:cNvSpPr>
          <p:nvPr>
            <p:ph type="dt" sz="half" idx="19"/>
          </p:nvPr>
        </p:nvSpPr>
        <p:spPr bwMode="white"/>
        <p:txBody>
          <a:bodyPr/>
          <a:lstStyle/>
          <a:p>
            <a:r>
              <a:rPr lang="en-US" dirty="0"/>
              <a:t>[Entity Name]</a:t>
            </a:r>
            <a:endParaRPr lang="en-AU" dirty="0"/>
          </a:p>
        </p:txBody>
      </p:sp>
      <p:sp>
        <p:nvSpPr>
          <p:cNvPr id="12" name="Footer Placeholder 11">
            <a:extLst>
              <a:ext uri="{FF2B5EF4-FFF2-40B4-BE49-F238E27FC236}">
                <a16:creationId xmlns:a16="http://schemas.microsoft.com/office/drawing/2014/main" id="{B6506DFC-3F02-4673-B3B1-41D5834D7551}"/>
              </a:ext>
            </a:extLst>
          </p:cNvPr>
          <p:cNvSpPr>
            <a:spLocks noGrp="1"/>
          </p:cNvSpPr>
          <p:nvPr>
            <p:ph type="ftr" sz="quarter" idx="20"/>
          </p:nvPr>
        </p:nvSpPr>
        <p:spPr/>
        <p:txBody>
          <a:bodyPr/>
          <a:lstStyle/>
          <a:p>
            <a:r>
              <a:rPr lang="en-AU"/>
              <a:t>[Presentation Title] | [Date]</a:t>
            </a:r>
            <a:endParaRPr lang="en-AU" dirty="0"/>
          </a:p>
        </p:txBody>
      </p:sp>
      <p:sp>
        <p:nvSpPr>
          <p:cNvPr id="14" name="Slide Number Placeholder 13">
            <a:extLst>
              <a:ext uri="{FF2B5EF4-FFF2-40B4-BE49-F238E27FC236}">
                <a16:creationId xmlns:a16="http://schemas.microsoft.com/office/drawing/2014/main" id="{2F26CCD0-EFB3-4E19-A77F-85F3E0F33667}"/>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770752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Third Two Third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407049" y="1700213"/>
            <a:ext cx="7089626"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2"/>
          <p:cNvSpPr>
            <a:spLocks noGrp="1"/>
          </p:cNvSpPr>
          <p:nvPr>
            <p:ph idx="10"/>
          </p:nvPr>
        </p:nvSpPr>
        <p:spPr>
          <a:xfrm>
            <a:off x="695325" y="1698659"/>
            <a:ext cx="3384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A819475F-5544-4974-AE9E-4B8F82C06AFF}"/>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FB7ADCB3-94A1-487D-85FB-8FFC9CDD03A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2" name="Picture 11">
            <a:extLst>
              <a:ext uri="{FF2B5EF4-FFF2-40B4-BE49-F238E27FC236}">
                <a16:creationId xmlns:a16="http://schemas.microsoft.com/office/drawing/2014/main" id="{4198469F-EA11-46C7-AAEC-1DCCFFCDF452}"/>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ECD0CC0B-EDBE-4119-B030-67B593429642}"/>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25DE031C-D81B-4218-94A1-8E617EC68AED}"/>
              </a:ext>
            </a:extLst>
          </p:cNvPr>
          <p:cNvSpPr>
            <a:spLocks noGrp="1"/>
          </p:cNvSpPr>
          <p:nvPr>
            <p:ph type="dt" sz="half" idx="16"/>
          </p:nvPr>
        </p:nvSpPr>
        <p:spPr bwMode="white"/>
        <p:txBody>
          <a:bodyPr/>
          <a:lstStyle/>
          <a:p>
            <a:r>
              <a:rPr lang="en-US" dirty="0"/>
              <a:t>[Entity Name]</a:t>
            </a:r>
            <a:endParaRPr lang="en-AU" dirty="0"/>
          </a:p>
        </p:txBody>
      </p:sp>
      <p:sp>
        <p:nvSpPr>
          <p:cNvPr id="11" name="Footer Placeholder 10">
            <a:extLst>
              <a:ext uri="{FF2B5EF4-FFF2-40B4-BE49-F238E27FC236}">
                <a16:creationId xmlns:a16="http://schemas.microsoft.com/office/drawing/2014/main" id="{78C5C398-3572-4EB0-8F84-1F6673C9A658}"/>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D2D565BB-C9BB-4EEC-9693-6827A3D09DE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378483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Third One Third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6" y="1700213"/>
            <a:ext cx="7092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2"/>
          <p:cNvSpPr>
            <a:spLocks noGrp="1"/>
          </p:cNvSpPr>
          <p:nvPr>
            <p:ph idx="10"/>
          </p:nvPr>
        </p:nvSpPr>
        <p:spPr>
          <a:xfrm>
            <a:off x="8112676" y="1700213"/>
            <a:ext cx="3384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99C00F56-0B94-47B9-B665-E10A225FC23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B4415799-71FD-449D-8349-3495B06EE871}"/>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BCDEB36B-7D7C-483E-8547-AC6A66877EC0}"/>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8739D336-33BA-494B-81D0-9D8B47FD05AB}"/>
              </a:ext>
            </a:extLst>
          </p:cNvPr>
          <p:cNvSpPr>
            <a:spLocks noGrp="1"/>
          </p:cNvSpPr>
          <p:nvPr>
            <p:ph type="title"/>
          </p:nvPr>
        </p:nvSpPr>
        <p:spPr/>
        <p:txBody>
          <a:bodyPr/>
          <a:lstStyle/>
          <a:p>
            <a:r>
              <a:rPr lang="en-US"/>
              <a:t>Click to edit Master title style</a:t>
            </a:r>
            <a:endParaRPr lang="en-AU" dirty="0"/>
          </a:p>
        </p:txBody>
      </p:sp>
      <p:sp>
        <p:nvSpPr>
          <p:cNvPr id="5" name="Date Placeholder 4">
            <a:extLst>
              <a:ext uri="{FF2B5EF4-FFF2-40B4-BE49-F238E27FC236}">
                <a16:creationId xmlns:a16="http://schemas.microsoft.com/office/drawing/2014/main" id="{96FEF3A4-7665-47FA-8B69-9A4F31C18B06}"/>
              </a:ext>
            </a:extLst>
          </p:cNvPr>
          <p:cNvSpPr>
            <a:spLocks noGrp="1"/>
          </p:cNvSpPr>
          <p:nvPr>
            <p:ph type="dt" sz="half" idx="16"/>
          </p:nvPr>
        </p:nvSpPr>
        <p:spPr bwMode="white"/>
        <p:txBody>
          <a:bodyPr/>
          <a:lstStyle/>
          <a:p>
            <a:r>
              <a:rPr lang="en-US" dirty="0"/>
              <a:t>[Entity Name]</a:t>
            </a:r>
            <a:endParaRPr lang="en-AU" dirty="0"/>
          </a:p>
        </p:txBody>
      </p:sp>
      <p:sp>
        <p:nvSpPr>
          <p:cNvPr id="8" name="Footer Placeholder 7">
            <a:extLst>
              <a:ext uri="{FF2B5EF4-FFF2-40B4-BE49-F238E27FC236}">
                <a16:creationId xmlns:a16="http://schemas.microsoft.com/office/drawing/2014/main" id="{55EE2261-AED3-448E-9AA6-9C9A5534417D}"/>
              </a:ext>
            </a:extLst>
          </p:cNvPr>
          <p:cNvSpPr>
            <a:spLocks noGrp="1"/>
          </p:cNvSpPr>
          <p:nvPr>
            <p:ph type="ftr" sz="quarter" idx="17"/>
          </p:nvPr>
        </p:nvSpPr>
        <p:spPr/>
        <p:txBody>
          <a:bodyPr/>
          <a:lstStyle/>
          <a:p>
            <a:r>
              <a:rPr lang="en-AU"/>
              <a:t>[Presentation Title] | [Date]</a:t>
            </a:r>
            <a:endParaRPr lang="en-AU" dirty="0"/>
          </a:p>
        </p:txBody>
      </p:sp>
      <p:sp>
        <p:nvSpPr>
          <p:cNvPr id="12" name="Slide Number Placeholder 11">
            <a:extLst>
              <a:ext uri="{FF2B5EF4-FFF2-40B4-BE49-F238E27FC236}">
                <a16:creationId xmlns:a16="http://schemas.microsoft.com/office/drawing/2014/main" id="{7A92BB03-FEDF-43D9-957F-2410F5D597B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09038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 with Pullout">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0" y="624880"/>
            <a:ext cx="12191999" cy="6233119"/>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11" name="Text Placeholder 6">
            <a:extLst>
              <a:ext uri="{FF2B5EF4-FFF2-40B4-BE49-F238E27FC236}">
                <a16:creationId xmlns:a16="http://schemas.microsoft.com/office/drawing/2014/main" id="{F90B2496-E1DB-4D4C-859D-CC14426C6917}"/>
              </a:ext>
            </a:extLst>
          </p:cNvPr>
          <p:cNvSpPr>
            <a:spLocks noGrp="1"/>
          </p:cNvSpPr>
          <p:nvPr>
            <p:ph type="body" sz="quarter" idx="19" hasCustomPrompt="1"/>
          </p:nvPr>
        </p:nvSpPr>
        <p:spPr>
          <a:xfrm>
            <a:off x="695328" y="1052514"/>
            <a:ext cx="3384548" cy="5263410"/>
          </a:xfrm>
          <a:prstGeom prst="rect">
            <a:avLst/>
          </a:prstGeom>
          <a:solidFill>
            <a:schemeClr val="bg1"/>
          </a:solidFill>
        </p:spPr>
        <p:txBody>
          <a:bodyPr lIns="180000" tIns="1260000" rIns="180000" bIns="180000" anchor="t">
            <a:normAutofit/>
          </a:bodyPr>
          <a:lstStyle>
            <a:lvl1pPr marL="285750" indent="-285750" algn="l">
              <a:buClr>
                <a:schemeClr val="bg1"/>
              </a:buClr>
              <a:buFont typeface="Arial" panose="020B0604020202020204" pitchFamily="34" charset="0"/>
              <a:buChar char="•"/>
              <a:defRPr lang="en-AU" dirty="0"/>
            </a:lvl1pPr>
          </a:lstStyle>
          <a:p>
            <a:pPr lvl="0"/>
            <a:r>
              <a:rPr lang="en-AU" dirty="0"/>
              <a:t>[Enter text – You can change the colour of this placeholder under the ‘Shape fill’ menu. Change shape width/height as preferred]</a:t>
            </a:r>
          </a:p>
        </p:txBody>
      </p:sp>
      <p:sp>
        <p:nvSpPr>
          <p:cNvPr id="2" name="Title 1">
            <a:extLst>
              <a:ext uri="{FF2B5EF4-FFF2-40B4-BE49-F238E27FC236}">
                <a16:creationId xmlns:a16="http://schemas.microsoft.com/office/drawing/2014/main" id="{DFCB796C-2145-4E36-9CCD-4A6E104CD86A}"/>
              </a:ext>
            </a:extLst>
          </p:cNvPr>
          <p:cNvSpPr>
            <a:spLocks noGrp="1"/>
          </p:cNvSpPr>
          <p:nvPr>
            <p:ph type="title" hasCustomPrompt="1"/>
          </p:nvPr>
        </p:nvSpPr>
        <p:spPr>
          <a:xfrm>
            <a:off x="1127448" y="1340768"/>
            <a:ext cx="2592288" cy="876470"/>
          </a:xfrm>
        </p:spPr>
        <p:txBody>
          <a:bodyPr anchor="t">
            <a:normAutofit/>
          </a:bodyPr>
          <a:lstStyle>
            <a:lvl1pPr>
              <a:defRPr sz="2800"/>
            </a:lvl1pPr>
          </a:lstStyle>
          <a:p>
            <a:r>
              <a:rPr lang="en-US" dirty="0"/>
              <a:t>[Title]</a:t>
            </a:r>
            <a:endParaRPr lang="en-AU" dirty="0"/>
          </a:p>
        </p:txBody>
      </p:sp>
      <p:sp>
        <p:nvSpPr>
          <p:cNvPr id="10" name="Text Placeholder 5">
            <a:extLst>
              <a:ext uri="{FF2B5EF4-FFF2-40B4-BE49-F238E27FC236}">
                <a16:creationId xmlns:a16="http://schemas.microsoft.com/office/drawing/2014/main" id="{D683528B-5613-4179-BFD8-DFE24675A848}"/>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745D19A3-55E4-4A3E-B43F-B4D3EFBE1E1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71B58DF6-309B-4BE3-BBE4-1BA28FFD90EC}"/>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4" name="Date Placeholder 3">
            <a:extLst>
              <a:ext uri="{FF2B5EF4-FFF2-40B4-BE49-F238E27FC236}">
                <a16:creationId xmlns:a16="http://schemas.microsoft.com/office/drawing/2014/main" id="{FDC7D515-B4C3-44B8-9BAA-EEF692FA5A57}"/>
              </a:ext>
            </a:extLst>
          </p:cNvPr>
          <p:cNvSpPr>
            <a:spLocks noGrp="1"/>
          </p:cNvSpPr>
          <p:nvPr>
            <p:ph type="dt" sz="half" idx="20"/>
          </p:nvPr>
        </p:nvSpPr>
        <p:spPr bwMode="white"/>
        <p:txBody>
          <a:bodyPr/>
          <a:lstStyle/>
          <a:p>
            <a:r>
              <a:rPr lang="en-US" dirty="0"/>
              <a:t>[Entity Name]</a:t>
            </a:r>
            <a:endParaRPr lang="en-AU" dirty="0"/>
          </a:p>
        </p:txBody>
      </p:sp>
      <p:sp>
        <p:nvSpPr>
          <p:cNvPr id="7" name="Footer Placeholder 6">
            <a:extLst>
              <a:ext uri="{FF2B5EF4-FFF2-40B4-BE49-F238E27FC236}">
                <a16:creationId xmlns:a16="http://schemas.microsoft.com/office/drawing/2014/main" id="{3309B167-7472-4F88-89E8-DAE2E0483964}"/>
              </a:ext>
            </a:extLst>
          </p:cNvPr>
          <p:cNvSpPr>
            <a:spLocks noGrp="1"/>
          </p:cNvSpPr>
          <p:nvPr>
            <p:ph type="ftr" sz="quarter" idx="21"/>
          </p:nvPr>
        </p:nvSpPr>
        <p:spPr/>
        <p:txBody>
          <a:bodyPr/>
          <a:lstStyle/>
          <a:p>
            <a:r>
              <a:rPr lang="en-AU"/>
              <a:t>[Presentation Title] | [Date]</a:t>
            </a:r>
            <a:endParaRPr lang="en-AU" dirty="0"/>
          </a:p>
        </p:txBody>
      </p:sp>
      <p:sp>
        <p:nvSpPr>
          <p:cNvPr id="8" name="Slide Number Placeholder 7">
            <a:extLst>
              <a:ext uri="{FF2B5EF4-FFF2-40B4-BE49-F238E27FC236}">
                <a16:creationId xmlns:a16="http://schemas.microsoft.com/office/drawing/2014/main" id="{47F249FB-FC55-456D-9BD4-C0130FDAB05E}"/>
              </a:ext>
            </a:extLst>
          </p:cNvPr>
          <p:cNvSpPr>
            <a:spLocks noGrp="1"/>
          </p:cNvSpPr>
          <p:nvPr>
            <p:ph type="sldNum" sz="quarter" idx="22"/>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9990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695327" y="1700213"/>
            <a:ext cx="10801349" cy="4249107"/>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4" name="Text Placeholder 3"/>
          <p:cNvSpPr>
            <a:spLocks noGrp="1"/>
          </p:cNvSpPr>
          <p:nvPr>
            <p:ph type="body" sz="half" idx="2" hasCustomPrompt="1"/>
          </p:nvPr>
        </p:nvSpPr>
        <p:spPr>
          <a:xfrm>
            <a:off x="695327" y="5949320"/>
            <a:ext cx="10801348" cy="360000"/>
          </a:xfrm>
          <a:prstGeom prst="rect">
            <a:avLst/>
          </a:prstGeo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0" name="Text Placeholder 5">
            <a:extLst>
              <a:ext uri="{FF2B5EF4-FFF2-40B4-BE49-F238E27FC236}">
                <a16:creationId xmlns:a16="http://schemas.microsoft.com/office/drawing/2014/main" id="{D683528B-5613-4179-BFD8-DFE24675A848}"/>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61FA6F18-A6B9-4002-9AF5-5A621B0ECEA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F6667976-37E5-419D-871B-FF7F3279A819}"/>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7" name="Title 6">
            <a:extLst>
              <a:ext uri="{FF2B5EF4-FFF2-40B4-BE49-F238E27FC236}">
                <a16:creationId xmlns:a16="http://schemas.microsoft.com/office/drawing/2014/main" id="{7328C3BB-E5DD-47D4-B3C1-7A89BC1FE841}"/>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FEBC86CC-8E6A-4F6A-BC10-D9D4BF0CE880}"/>
              </a:ext>
            </a:extLst>
          </p:cNvPr>
          <p:cNvSpPr>
            <a:spLocks noGrp="1"/>
          </p:cNvSpPr>
          <p:nvPr>
            <p:ph type="dt" sz="half" idx="16"/>
          </p:nvPr>
        </p:nvSpPr>
        <p:spPr bwMode="white"/>
        <p:txBody>
          <a:bodyPr/>
          <a:lstStyle/>
          <a:p>
            <a:r>
              <a:rPr lang="en-US" dirty="0"/>
              <a:t>[Entity Name]</a:t>
            </a:r>
            <a:endParaRPr lang="en-AU" dirty="0"/>
          </a:p>
        </p:txBody>
      </p:sp>
      <p:sp>
        <p:nvSpPr>
          <p:cNvPr id="8" name="Footer Placeholder 7">
            <a:extLst>
              <a:ext uri="{FF2B5EF4-FFF2-40B4-BE49-F238E27FC236}">
                <a16:creationId xmlns:a16="http://schemas.microsoft.com/office/drawing/2014/main" id="{36E1B5CB-C615-403B-B182-EBCD5DAC9E67}"/>
              </a:ext>
            </a:extLst>
          </p:cNvPr>
          <p:cNvSpPr>
            <a:spLocks noGrp="1"/>
          </p:cNvSpPr>
          <p:nvPr>
            <p:ph type="ftr" sz="quarter" idx="17"/>
          </p:nvPr>
        </p:nvSpPr>
        <p:spPr/>
        <p:txBody>
          <a:bodyPr/>
          <a:lstStyle/>
          <a:p>
            <a:r>
              <a:rPr lang="en-AU"/>
              <a:t>[Presentation Title] | [Date]</a:t>
            </a:r>
            <a:endParaRPr lang="en-AU" dirty="0"/>
          </a:p>
        </p:txBody>
      </p:sp>
      <p:sp>
        <p:nvSpPr>
          <p:cNvPr id="12" name="Slide Number Placeholder 11">
            <a:extLst>
              <a:ext uri="{FF2B5EF4-FFF2-40B4-BE49-F238E27FC236}">
                <a16:creationId xmlns:a16="http://schemas.microsoft.com/office/drawing/2014/main" id="{FBA690D5-44C9-4D2D-925E-426FB8864D8D}"/>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4002725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with Image Two Third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8" y="630979"/>
            <a:ext cx="7784951" cy="6234196"/>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16" h="5593381">
                <a:moveTo>
                  <a:pt x="454" y="629"/>
                </a:moveTo>
                <a:lnTo>
                  <a:pt x="5198916" y="0"/>
                </a:lnTo>
                <a:lnTo>
                  <a:pt x="5198916" y="5587822"/>
                </a:lnTo>
                <a:lnTo>
                  <a:pt x="1718207" y="5593381"/>
                </a:lnTo>
                <a:cubicBezTo>
                  <a:pt x="689093" y="5283249"/>
                  <a:pt x="-8821" y="3998617"/>
                  <a:pt x="1791" y="3144946"/>
                </a:cubicBezTo>
                <a:cubicBezTo>
                  <a:pt x="3783" y="1941683"/>
                  <a:pt x="-1538" y="1203892"/>
                  <a:pt x="454" y="629"/>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9" name="Rectangle 8">
            <a:extLst>
              <a:ext uri="{FF2B5EF4-FFF2-40B4-BE49-F238E27FC236}">
                <a16:creationId xmlns:a16="http://schemas.microsoft.com/office/drawing/2014/main" id="{35F1548D-4CF2-410E-9EAF-5FFD92B8BD25}"/>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A4FFD650-D01F-491D-B510-1C0C7A868A64}"/>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Title 1">
            <a:extLst>
              <a:ext uri="{FF2B5EF4-FFF2-40B4-BE49-F238E27FC236}">
                <a16:creationId xmlns:a16="http://schemas.microsoft.com/office/drawing/2014/main" id="{E6DFCBBC-8906-4BED-9DB4-F37D43569C83}"/>
              </a:ext>
            </a:extLst>
          </p:cNvPr>
          <p:cNvSpPr>
            <a:spLocks noGrp="1"/>
          </p:cNvSpPr>
          <p:nvPr>
            <p:ph type="title"/>
          </p:nvPr>
        </p:nvSpPr>
        <p:spPr>
          <a:xfrm>
            <a:off x="695326" y="1052736"/>
            <a:ext cx="3384549" cy="1008112"/>
          </a:xfrm>
        </p:spPr>
        <p:txBody>
          <a:bodyPr anchor="t"/>
          <a:lstStyle/>
          <a:p>
            <a:r>
              <a:rPr lang="en-US"/>
              <a:t>Click to edit Master title style</a:t>
            </a:r>
            <a:endParaRPr lang="en-AU" dirty="0"/>
          </a:p>
        </p:txBody>
      </p:sp>
      <p:sp>
        <p:nvSpPr>
          <p:cNvPr id="7" name="Date Placeholder 6">
            <a:extLst>
              <a:ext uri="{FF2B5EF4-FFF2-40B4-BE49-F238E27FC236}">
                <a16:creationId xmlns:a16="http://schemas.microsoft.com/office/drawing/2014/main" id="{65FC9ED7-6517-494A-9E4C-6DF78B8356C4}"/>
              </a:ext>
            </a:extLst>
          </p:cNvPr>
          <p:cNvSpPr>
            <a:spLocks noGrp="1"/>
          </p:cNvSpPr>
          <p:nvPr>
            <p:ph type="dt" sz="half" idx="14"/>
          </p:nvPr>
        </p:nvSpPr>
        <p:spPr bwMode="white"/>
        <p:txBody>
          <a:bodyPr/>
          <a:lstStyle/>
          <a:p>
            <a:r>
              <a:rPr lang="en-US" dirty="0"/>
              <a:t>[Entity Name]</a:t>
            </a:r>
            <a:endParaRPr lang="en-AU" dirty="0"/>
          </a:p>
        </p:txBody>
      </p:sp>
      <p:sp>
        <p:nvSpPr>
          <p:cNvPr id="8" name="Footer Placeholder 7">
            <a:extLst>
              <a:ext uri="{FF2B5EF4-FFF2-40B4-BE49-F238E27FC236}">
                <a16:creationId xmlns:a16="http://schemas.microsoft.com/office/drawing/2014/main" id="{0DA6D18E-7831-44BE-9F27-A68CFE3B02CE}"/>
              </a:ext>
            </a:extLst>
          </p:cNvPr>
          <p:cNvSpPr>
            <a:spLocks noGrp="1"/>
          </p:cNvSpPr>
          <p:nvPr>
            <p:ph type="ftr" sz="quarter" idx="15"/>
          </p:nvPr>
        </p:nvSpPr>
        <p:spPr/>
        <p:txBody>
          <a:bodyPr/>
          <a:lstStyle/>
          <a:p>
            <a:r>
              <a:rPr lang="en-AU"/>
              <a:t>[Presentation Title] | [Date]</a:t>
            </a:r>
            <a:endParaRPr lang="en-AU" dirty="0"/>
          </a:p>
        </p:txBody>
      </p:sp>
      <p:sp>
        <p:nvSpPr>
          <p:cNvPr id="11" name="Slide Number Placeholder 10">
            <a:extLst>
              <a:ext uri="{FF2B5EF4-FFF2-40B4-BE49-F238E27FC236}">
                <a16:creationId xmlns:a16="http://schemas.microsoft.com/office/drawing/2014/main" id="{CBA412D2-A7E4-4007-BC7B-41EB3D0B601C}"/>
              </a:ext>
            </a:extLst>
          </p:cNvPr>
          <p:cNvSpPr>
            <a:spLocks noGrp="1"/>
          </p:cNvSpPr>
          <p:nvPr>
            <p:ph type="sldNum" sz="quarter" idx="16"/>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805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with Image Half">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6099776" y="619522"/>
            <a:ext cx="6096132" cy="62383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1095" h="5597085">
                <a:moveTo>
                  <a:pt x="454" y="4333"/>
                </a:moveTo>
                <a:lnTo>
                  <a:pt x="4070582" y="0"/>
                </a:lnTo>
                <a:cubicBezTo>
                  <a:pt x="4072539" y="1865237"/>
                  <a:pt x="4068136" y="3729906"/>
                  <a:pt x="4070093" y="5595143"/>
                </a:cubicBezTo>
                <a:lnTo>
                  <a:pt x="1718207" y="5597085"/>
                </a:lnTo>
                <a:cubicBezTo>
                  <a:pt x="689093" y="5286953"/>
                  <a:pt x="-8821" y="4002321"/>
                  <a:pt x="1791" y="3148650"/>
                </a:cubicBezTo>
                <a:cubicBezTo>
                  <a:pt x="3783" y="1945387"/>
                  <a:pt x="-1538" y="1207596"/>
                  <a:pt x="454" y="4333"/>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Text Placeholder 5">
            <a:extLst>
              <a:ext uri="{FF2B5EF4-FFF2-40B4-BE49-F238E27FC236}">
                <a16:creationId xmlns:a16="http://schemas.microsoft.com/office/drawing/2014/main" id="{9939388E-DE68-4319-9112-7BA5E2C40EB3}"/>
              </a:ext>
            </a:extLst>
          </p:cNvPr>
          <p:cNvSpPr>
            <a:spLocks noGrp="1"/>
          </p:cNvSpPr>
          <p:nvPr>
            <p:ph type="body" sz="quarter" idx="15"/>
          </p:nvPr>
        </p:nvSpPr>
        <p:spPr>
          <a:xfrm>
            <a:off x="695326" y="1700213"/>
            <a:ext cx="5208588"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spcAft>
                <a:spcPts val="600"/>
              </a:spcAft>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9ED1E0F1-AFFA-42EB-BA75-DA2D4500467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9BE6FC7D-C34E-46C7-8941-E28D2138AB4A}"/>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3" name="Title 1">
            <a:extLst>
              <a:ext uri="{FF2B5EF4-FFF2-40B4-BE49-F238E27FC236}">
                <a16:creationId xmlns:a16="http://schemas.microsoft.com/office/drawing/2014/main" id="{080EDC1B-18C6-4124-ACB9-D441CF15FE5D}"/>
              </a:ext>
            </a:extLst>
          </p:cNvPr>
          <p:cNvSpPr>
            <a:spLocks noGrp="1"/>
          </p:cNvSpPr>
          <p:nvPr>
            <p:ph type="title"/>
          </p:nvPr>
        </p:nvSpPr>
        <p:spPr>
          <a:xfrm>
            <a:off x="695326" y="1052736"/>
            <a:ext cx="5208587" cy="468000"/>
          </a:xfrm>
        </p:spPr>
        <p:txBody>
          <a:bodyPr anchor="t"/>
          <a:lstStyle/>
          <a:p>
            <a:r>
              <a:rPr lang="en-US"/>
              <a:t>Click to edit Master title style</a:t>
            </a:r>
            <a:endParaRPr lang="en-AU" dirty="0"/>
          </a:p>
        </p:txBody>
      </p:sp>
      <p:sp>
        <p:nvSpPr>
          <p:cNvPr id="2" name="Date Placeholder 1">
            <a:extLst>
              <a:ext uri="{FF2B5EF4-FFF2-40B4-BE49-F238E27FC236}">
                <a16:creationId xmlns:a16="http://schemas.microsoft.com/office/drawing/2014/main" id="{97916337-F2DC-4078-961D-7B3BDA5209EB}"/>
              </a:ext>
            </a:extLst>
          </p:cNvPr>
          <p:cNvSpPr>
            <a:spLocks noGrp="1"/>
          </p:cNvSpPr>
          <p:nvPr>
            <p:ph type="dt" sz="half" idx="19"/>
          </p:nvPr>
        </p:nvSpPr>
        <p:spPr bwMode="white"/>
        <p:txBody>
          <a:bodyPr/>
          <a:lstStyle/>
          <a:p>
            <a:r>
              <a:rPr lang="en-US" dirty="0"/>
              <a:t>[Entity Name]</a:t>
            </a:r>
            <a:endParaRPr lang="en-AU" dirty="0"/>
          </a:p>
        </p:txBody>
      </p:sp>
      <p:sp>
        <p:nvSpPr>
          <p:cNvPr id="6" name="Footer Placeholder 5">
            <a:extLst>
              <a:ext uri="{FF2B5EF4-FFF2-40B4-BE49-F238E27FC236}">
                <a16:creationId xmlns:a16="http://schemas.microsoft.com/office/drawing/2014/main" id="{8734EC9E-80A6-4F00-A6C2-0211431E31A4}"/>
              </a:ext>
            </a:extLst>
          </p:cNvPr>
          <p:cNvSpPr>
            <a:spLocks noGrp="1"/>
          </p:cNvSpPr>
          <p:nvPr>
            <p:ph type="ftr" sz="quarter" idx="20"/>
          </p:nvPr>
        </p:nvSpPr>
        <p:spPr/>
        <p:txBody>
          <a:bodyPr/>
          <a:lstStyle/>
          <a:p>
            <a:r>
              <a:rPr lang="en-AU"/>
              <a:t>[Presentation Title] | [Date]</a:t>
            </a:r>
            <a:endParaRPr lang="en-AU" dirty="0"/>
          </a:p>
        </p:txBody>
      </p:sp>
      <p:sp>
        <p:nvSpPr>
          <p:cNvPr id="7" name="Slide Number Placeholder 6">
            <a:extLst>
              <a:ext uri="{FF2B5EF4-FFF2-40B4-BE49-F238E27FC236}">
                <a16:creationId xmlns:a16="http://schemas.microsoft.com/office/drawing/2014/main" id="{EFD63467-2027-4D99-8858-F83AC8390523}"/>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84967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with Image One Third">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8127980" y="619866"/>
            <a:ext cx="4065161" cy="6239970"/>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0093"/>
              <a:gd name="connsiteY0" fmla="*/ 0 h 5592752"/>
              <a:gd name="connsiteX1" fmla="*/ 2714232 w 4070093"/>
              <a:gd name="connsiteY1" fmla="*/ 3644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2714242"/>
              <a:gd name="connsiteY0" fmla="*/ 0 h 5592752"/>
              <a:gd name="connsiteX1" fmla="*/ 2714232 w 2714242"/>
              <a:gd name="connsiteY1" fmla="*/ 3644 h 5592752"/>
              <a:gd name="connsiteX2" fmla="*/ 2455391 w 2714242"/>
              <a:gd name="connsiteY2" fmla="*/ 5590810 h 5592752"/>
              <a:gd name="connsiteX3" fmla="*/ 1718207 w 2714242"/>
              <a:gd name="connsiteY3" fmla="*/ 5592752 h 5592752"/>
              <a:gd name="connsiteX4" fmla="*/ 1791 w 2714242"/>
              <a:gd name="connsiteY4" fmla="*/ 3144317 h 5592752"/>
              <a:gd name="connsiteX5" fmla="*/ 454 w 2714242"/>
              <a:gd name="connsiteY5" fmla="*/ 0 h 5592752"/>
              <a:gd name="connsiteX0" fmla="*/ 454 w 2714778"/>
              <a:gd name="connsiteY0" fmla="*/ 0 h 5596508"/>
              <a:gd name="connsiteX1" fmla="*/ 2714232 w 2714778"/>
              <a:gd name="connsiteY1" fmla="*/ 3644 h 5596508"/>
              <a:gd name="connsiteX2" fmla="*/ 2714070 w 2714778"/>
              <a:gd name="connsiteY2" fmla="*/ 5596508 h 5596508"/>
              <a:gd name="connsiteX3" fmla="*/ 1718207 w 2714778"/>
              <a:gd name="connsiteY3" fmla="*/ 5592752 h 5596508"/>
              <a:gd name="connsiteX4" fmla="*/ 1791 w 2714778"/>
              <a:gd name="connsiteY4" fmla="*/ 3144317 h 5596508"/>
              <a:gd name="connsiteX5" fmla="*/ 454 w 2714778"/>
              <a:gd name="connsiteY5" fmla="*/ 0 h 5596508"/>
              <a:gd name="connsiteX0" fmla="*/ 454 w 2714070"/>
              <a:gd name="connsiteY0" fmla="*/ 0 h 5596508"/>
              <a:gd name="connsiteX1" fmla="*/ 2709992 w 2714070"/>
              <a:gd name="connsiteY1" fmla="*/ 3644 h 5596508"/>
              <a:gd name="connsiteX2" fmla="*/ 2714070 w 2714070"/>
              <a:gd name="connsiteY2" fmla="*/ 5596508 h 5596508"/>
              <a:gd name="connsiteX3" fmla="*/ 1718207 w 2714070"/>
              <a:gd name="connsiteY3" fmla="*/ 5592752 h 5596508"/>
              <a:gd name="connsiteX4" fmla="*/ 1791 w 2714070"/>
              <a:gd name="connsiteY4" fmla="*/ 3144317 h 5596508"/>
              <a:gd name="connsiteX5" fmla="*/ 454 w 2714070"/>
              <a:gd name="connsiteY5" fmla="*/ 0 h 5596508"/>
              <a:gd name="connsiteX0" fmla="*/ 454 w 2714779"/>
              <a:gd name="connsiteY0" fmla="*/ 2054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2054 h 5598562"/>
              <a:gd name="connsiteX0" fmla="*/ 454 w 2714779"/>
              <a:gd name="connsiteY0" fmla="*/ 7751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7751 h 5598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4779" h="5598562">
                <a:moveTo>
                  <a:pt x="454" y="7751"/>
                </a:moveTo>
                <a:lnTo>
                  <a:pt x="2714233" y="0"/>
                </a:lnTo>
                <a:cubicBezTo>
                  <a:pt x="2716190" y="1865237"/>
                  <a:pt x="2712113" y="3733325"/>
                  <a:pt x="2714070" y="5598562"/>
                </a:cubicBezTo>
                <a:lnTo>
                  <a:pt x="1718207" y="5594806"/>
                </a:lnTo>
                <a:cubicBezTo>
                  <a:pt x="689093" y="5284674"/>
                  <a:pt x="-8821" y="4000042"/>
                  <a:pt x="1791" y="3146371"/>
                </a:cubicBezTo>
                <a:cubicBezTo>
                  <a:pt x="3783" y="1943108"/>
                  <a:pt x="-1538" y="1211014"/>
                  <a:pt x="454" y="7751"/>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Text Placeholder 5">
            <a:extLst>
              <a:ext uri="{FF2B5EF4-FFF2-40B4-BE49-F238E27FC236}">
                <a16:creationId xmlns:a16="http://schemas.microsoft.com/office/drawing/2014/main" id="{9939388E-DE68-4319-9112-7BA5E2C40EB3}"/>
              </a:ext>
            </a:extLst>
          </p:cNvPr>
          <p:cNvSpPr>
            <a:spLocks noGrp="1"/>
          </p:cNvSpPr>
          <p:nvPr>
            <p:ph type="body" sz="quarter" idx="15"/>
          </p:nvPr>
        </p:nvSpPr>
        <p:spPr>
          <a:xfrm>
            <a:off x="695326" y="1700213"/>
            <a:ext cx="7089890" cy="4608515"/>
          </a:xfrm>
          <a:prstGeom prst="rect">
            <a:avLst/>
          </a:prstGeom>
        </p:spPr>
        <p:txBody>
          <a:bodyPr/>
          <a:lstStyle>
            <a:lvl1pPr>
              <a:lnSpc>
                <a:spcPct val="100000"/>
              </a:lnSpc>
              <a:defRPr lang="en-US" dirty="0" smtClean="0"/>
            </a:lvl1pPr>
            <a:lvl2pPr>
              <a:defRPr lang="en-US" dirty="0" smtClean="0"/>
            </a:lvl2pPr>
            <a:lvl3pPr>
              <a:defRPr lang="en-US" dirty="0" smtClean="0"/>
            </a:lvl3pPr>
            <a:lvl4pPr>
              <a:defRPr lang="en-US" dirty="0" smtClean="0"/>
            </a:lvl4pPr>
            <a:lvl5pPr>
              <a:spcAft>
                <a:spcPts val="600"/>
              </a:spcAft>
              <a:defRPr lang="en-US" dirty="0" smtClean="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1FE2A31D-86B6-46B8-BB44-FE4A0151AFEC}"/>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79DB1757-F26E-4E87-887C-D21CB8F0D41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3322A0C3-D06A-4B53-BF2D-7247BE3F1E44}"/>
              </a:ext>
            </a:extLst>
          </p:cNvPr>
          <p:cNvSpPr>
            <a:spLocks noGrp="1"/>
          </p:cNvSpPr>
          <p:nvPr>
            <p:ph type="title"/>
          </p:nvPr>
        </p:nvSpPr>
        <p:spPr>
          <a:xfrm>
            <a:off x="695326" y="1052736"/>
            <a:ext cx="7089890" cy="469056"/>
          </a:xfrm>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A50D441B-BAF3-4DDF-A5CD-A8E786E8FAAC}"/>
              </a:ext>
            </a:extLst>
          </p:cNvPr>
          <p:cNvSpPr>
            <a:spLocks noGrp="1"/>
          </p:cNvSpPr>
          <p:nvPr>
            <p:ph type="dt" sz="half" idx="19"/>
          </p:nvPr>
        </p:nvSpPr>
        <p:spPr bwMode="white"/>
        <p:txBody>
          <a:bodyPr/>
          <a:lstStyle/>
          <a:p>
            <a:r>
              <a:rPr lang="en-US" dirty="0"/>
              <a:t>[Entity Name]</a:t>
            </a:r>
            <a:endParaRPr lang="en-AU" dirty="0"/>
          </a:p>
        </p:txBody>
      </p:sp>
      <p:sp>
        <p:nvSpPr>
          <p:cNvPr id="7" name="Footer Placeholder 6">
            <a:extLst>
              <a:ext uri="{FF2B5EF4-FFF2-40B4-BE49-F238E27FC236}">
                <a16:creationId xmlns:a16="http://schemas.microsoft.com/office/drawing/2014/main" id="{EEA16CAE-14B9-4A43-877B-E46EF044168C}"/>
              </a:ext>
            </a:extLst>
          </p:cNvPr>
          <p:cNvSpPr>
            <a:spLocks noGrp="1"/>
          </p:cNvSpPr>
          <p:nvPr>
            <p:ph type="ftr" sz="quarter" idx="20"/>
          </p:nvPr>
        </p:nvSpPr>
        <p:spPr/>
        <p:txBody>
          <a:bodyPr/>
          <a:lstStyle/>
          <a:p>
            <a:r>
              <a:rPr lang="en-AU"/>
              <a:t>[Presentation Title] | [Date]</a:t>
            </a:r>
            <a:endParaRPr lang="en-AU" dirty="0"/>
          </a:p>
        </p:txBody>
      </p:sp>
      <p:sp>
        <p:nvSpPr>
          <p:cNvPr id="8" name="Slide Number Placeholder 7">
            <a:extLst>
              <a:ext uri="{FF2B5EF4-FFF2-40B4-BE49-F238E27FC236}">
                <a16:creationId xmlns:a16="http://schemas.microsoft.com/office/drawing/2014/main" id="{195BFC0C-3AAF-4677-B586-CD5CBF731F79}"/>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4313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with Image Two Thirds Alt">
    <p:bg>
      <p:bgPr>
        <a:solidFill>
          <a:schemeClr val="accent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9550" y="-3115"/>
            <a:ext cx="7782449" cy="6868289"/>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586635 h 6179387"/>
              <a:gd name="connsiteX1" fmla="*/ 5198916 w 5198916"/>
              <a:gd name="connsiteY1" fmla="*/ 0 h 6179387"/>
              <a:gd name="connsiteX2" fmla="*/ 5198916 w 5198916"/>
              <a:gd name="connsiteY2" fmla="*/ 6173828 h 6179387"/>
              <a:gd name="connsiteX3" fmla="*/ 1718207 w 5198916"/>
              <a:gd name="connsiteY3" fmla="*/ 6179387 h 6179387"/>
              <a:gd name="connsiteX4" fmla="*/ 1791 w 5198916"/>
              <a:gd name="connsiteY4" fmla="*/ 3730952 h 6179387"/>
              <a:gd name="connsiteX5" fmla="*/ 454 w 5198916"/>
              <a:gd name="connsiteY5" fmla="*/ 586635 h 6179387"/>
              <a:gd name="connsiteX0" fmla="*/ 8476 w 5197245"/>
              <a:gd name="connsiteY0" fmla="*/ 39696 h 6179387"/>
              <a:gd name="connsiteX1" fmla="*/ 5197245 w 5197245"/>
              <a:gd name="connsiteY1" fmla="*/ 0 h 6179387"/>
              <a:gd name="connsiteX2" fmla="*/ 5197245 w 5197245"/>
              <a:gd name="connsiteY2" fmla="*/ 6173828 h 6179387"/>
              <a:gd name="connsiteX3" fmla="*/ 1716536 w 5197245"/>
              <a:gd name="connsiteY3" fmla="*/ 6179387 h 6179387"/>
              <a:gd name="connsiteX4" fmla="*/ 120 w 5197245"/>
              <a:gd name="connsiteY4" fmla="*/ 3730952 h 6179387"/>
              <a:gd name="connsiteX5" fmla="*/ 8476 w 5197245"/>
              <a:gd name="connsiteY5" fmla="*/ 39696 h 6179387"/>
              <a:gd name="connsiteX0" fmla="*/ 8476 w 5197245"/>
              <a:gd name="connsiteY0" fmla="*/ 0 h 6139691"/>
              <a:gd name="connsiteX1" fmla="*/ 5146357 w 5197245"/>
              <a:gd name="connsiteY1" fmla="*/ 191044 h 6139691"/>
              <a:gd name="connsiteX2" fmla="*/ 5197245 w 5197245"/>
              <a:gd name="connsiteY2" fmla="*/ 6134132 h 6139691"/>
              <a:gd name="connsiteX3" fmla="*/ 1716536 w 5197245"/>
              <a:gd name="connsiteY3" fmla="*/ 6139691 h 6139691"/>
              <a:gd name="connsiteX4" fmla="*/ 120 w 5197245"/>
              <a:gd name="connsiteY4" fmla="*/ 3691256 h 6139691"/>
              <a:gd name="connsiteX5" fmla="*/ 8476 w 5197245"/>
              <a:gd name="connsiteY5" fmla="*/ 0 h 6139691"/>
              <a:gd name="connsiteX0" fmla="*/ 8476 w 5197245"/>
              <a:gd name="connsiteY0" fmla="*/ 22604 h 6162295"/>
              <a:gd name="connsiteX1" fmla="*/ 5197245 w 5197245"/>
              <a:gd name="connsiteY1" fmla="*/ 0 h 6162295"/>
              <a:gd name="connsiteX2" fmla="*/ 5197245 w 5197245"/>
              <a:gd name="connsiteY2" fmla="*/ 6156736 h 6162295"/>
              <a:gd name="connsiteX3" fmla="*/ 1716536 w 5197245"/>
              <a:gd name="connsiteY3" fmla="*/ 6162295 h 6162295"/>
              <a:gd name="connsiteX4" fmla="*/ 120 w 5197245"/>
              <a:gd name="connsiteY4" fmla="*/ 3713860 h 6162295"/>
              <a:gd name="connsiteX5" fmla="*/ 8476 w 5197245"/>
              <a:gd name="connsiteY5" fmla="*/ 22604 h 6162295"/>
              <a:gd name="connsiteX0" fmla="*/ 2115 w 5197245"/>
              <a:gd name="connsiteY0" fmla="*/ 5512 h 6162295"/>
              <a:gd name="connsiteX1" fmla="*/ 5197245 w 5197245"/>
              <a:gd name="connsiteY1" fmla="*/ 0 h 6162295"/>
              <a:gd name="connsiteX2" fmla="*/ 5197245 w 5197245"/>
              <a:gd name="connsiteY2" fmla="*/ 6156736 h 6162295"/>
              <a:gd name="connsiteX3" fmla="*/ 1716536 w 5197245"/>
              <a:gd name="connsiteY3" fmla="*/ 6162295 h 6162295"/>
              <a:gd name="connsiteX4" fmla="*/ 120 w 5197245"/>
              <a:gd name="connsiteY4" fmla="*/ 3713860 h 6162295"/>
              <a:gd name="connsiteX5" fmla="*/ 2115 w 5197245"/>
              <a:gd name="connsiteY5" fmla="*/ 5512 h 6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7245" h="6162295">
                <a:moveTo>
                  <a:pt x="2115" y="5512"/>
                </a:moveTo>
                <a:lnTo>
                  <a:pt x="5197245" y="0"/>
                </a:lnTo>
                <a:lnTo>
                  <a:pt x="5197245" y="6156736"/>
                </a:lnTo>
                <a:lnTo>
                  <a:pt x="1716536" y="6162295"/>
                </a:lnTo>
                <a:cubicBezTo>
                  <a:pt x="687422" y="5852163"/>
                  <a:pt x="-10492" y="4567531"/>
                  <a:pt x="120" y="3713860"/>
                </a:cubicBezTo>
                <a:cubicBezTo>
                  <a:pt x="2112" y="2510597"/>
                  <a:pt x="123" y="1208775"/>
                  <a:pt x="2115" y="5512"/>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r>
              <a:rPr lang="en-AU"/>
              <a:t>[Presentation Title] | [Date]</a:t>
            </a:r>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Date Placeholder 4">
            <a:extLst>
              <a:ext uri="{FF2B5EF4-FFF2-40B4-BE49-F238E27FC236}">
                <a16:creationId xmlns:a16="http://schemas.microsoft.com/office/drawing/2014/main" id="{60FD0FAE-3953-4EE5-ADCD-BB5BCA72CF76}"/>
              </a:ext>
            </a:extLst>
          </p:cNvPr>
          <p:cNvSpPr>
            <a:spLocks noGrp="1"/>
          </p:cNvSpPr>
          <p:nvPr>
            <p:ph type="dt" sz="half" idx="14"/>
          </p:nvPr>
        </p:nvSpPr>
        <p:spPr>
          <a:xfrm>
            <a:off x="695325" y="151136"/>
            <a:ext cx="2376000" cy="241200"/>
          </a:xfrm>
          <a:prstGeom prst="rect">
            <a:avLst/>
          </a:prstGeom>
        </p:spPr>
        <p:txBody>
          <a:bodyPr/>
          <a:lstStyle/>
          <a:p>
            <a:pPr algn="l"/>
            <a:r>
              <a:rPr lang="en-US"/>
              <a:t>[Entity Name]</a:t>
            </a:r>
            <a:endParaRPr lang="en-AU" dirty="0"/>
          </a:p>
        </p:txBody>
      </p:sp>
      <p:sp>
        <p:nvSpPr>
          <p:cNvPr id="9" name="TextBox 8">
            <a:extLst>
              <a:ext uri="{FF2B5EF4-FFF2-40B4-BE49-F238E27FC236}">
                <a16:creationId xmlns:a16="http://schemas.microsoft.com/office/drawing/2014/main" id="{43322D7A-8171-44C9-AFA6-24E34B78763E}"/>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11" name="Title 1">
            <a:extLst>
              <a:ext uri="{FF2B5EF4-FFF2-40B4-BE49-F238E27FC236}">
                <a16:creationId xmlns:a16="http://schemas.microsoft.com/office/drawing/2014/main" id="{7F45073E-2992-405B-AB05-A3E6ADD2877C}"/>
              </a:ext>
            </a:extLst>
          </p:cNvPr>
          <p:cNvSpPr>
            <a:spLocks noGrp="1"/>
          </p:cNvSpPr>
          <p:nvPr>
            <p:ph type="title"/>
          </p:nvPr>
        </p:nvSpPr>
        <p:spPr>
          <a:xfrm>
            <a:off x="695326" y="1052736"/>
            <a:ext cx="3384549" cy="1008112"/>
          </a:xfrm>
        </p:spPr>
        <p:txBody>
          <a:bodyPr anchor="t"/>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1426045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with Image Half Alt">
    <p:bg>
      <p:bgPr>
        <a:solidFill>
          <a:schemeClr val="accent1"/>
        </a:solidFill>
        <a:effectLst/>
      </p:bgPr>
    </p:bg>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6102278" y="-2778"/>
            <a:ext cx="6093632" cy="68606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 name="connsiteX0" fmla="*/ 454 w 4070093"/>
              <a:gd name="connsiteY0" fmla="*/ 562667 h 6155419"/>
              <a:gd name="connsiteX1" fmla="*/ 4062101 w 4070093"/>
              <a:gd name="connsiteY1" fmla="*/ 0 h 6155419"/>
              <a:gd name="connsiteX2" fmla="*/ 4070093 w 4070093"/>
              <a:gd name="connsiteY2" fmla="*/ 6153477 h 6155419"/>
              <a:gd name="connsiteX3" fmla="*/ 1718207 w 4070093"/>
              <a:gd name="connsiteY3" fmla="*/ 6155419 h 6155419"/>
              <a:gd name="connsiteX4" fmla="*/ 1791 w 4070093"/>
              <a:gd name="connsiteY4" fmla="*/ 3706984 h 6155419"/>
              <a:gd name="connsiteX5" fmla="*/ 454 w 4070093"/>
              <a:gd name="connsiteY5" fmla="*/ 562667 h 6155419"/>
              <a:gd name="connsiteX0" fmla="*/ 7264 w 4068422"/>
              <a:gd name="connsiteY0" fmla="*/ 15728 h 6155419"/>
              <a:gd name="connsiteX1" fmla="*/ 4060430 w 4068422"/>
              <a:gd name="connsiteY1" fmla="*/ 0 h 6155419"/>
              <a:gd name="connsiteX2" fmla="*/ 4068422 w 4068422"/>
              <a:gd name="connsiteY2" fmla="*/ 6153477 h 6155419"/>
              <a:gd name="connsiteX3" fmla="*/ 1716536 w 4068422"/>
              <a:gd name="connsiteY3" fmla="*/ 6155419 h 6155419"/>
              <a:gd name="connsiteX4" fmla="*/ 120 w 4068422"/>
              <a:gd name="connsiteY4" fmla="*/ 3706984 h 6155419"/>
              <a:gd name="connsiteX5" fmla="*/ 7264 w 4068422"/>
              <a:gd name="connsiteY5" fmla="*/ 15728 h 6155419"/>
              <a:gd name="connsiteX0" fmla="*/ 7264 w 4069425"/>
              <a:gd name="connsiteY0" fmla="*/ 15728 h 6155419"/>
              <a:gd name="connsiteX1" fmla="*/ 4068912 w 4069425"/>
              <a:gd name="connsiteY1" fmla="*/ 0 h 6155419"/>
              <a:gd name="connsiteX2" fmla="*/ 4068422 w 4069425"/>
              <a:gd name="connsiteY2" fmla="*/ 6153477 h 6155419"/>
              <a:gd name="connsiteX3" fmla="*/ 1716536 w 4069425"/>
              <a:gd name="connsiteY3" fmla="*/ 6155419 h 6155419"/>
              <a:gd name="connsiteX4" fmla="*/ 120 w 4069425"/>
              <a:gd name="connsiteY4" fmla="*/ 3706984 h 6155419"/>
              <a:gd name="connsiteX5" fmla="*/ 7264 w 4069425"/>
              <a:gd name="connsiteY5" fmla="*/ 15728 h 6155419"/>
              <a:gd name="connsiteX0" fmla="*/ 3023 w 4069425"/>
              <a:gd name="connsiteY0" fmla="*/ 4334 h 6155419"/>
              <a:gd name="connsiteX1" fmla="*/ 4068912 w 4069425"/>
              <a:gd name="connsiteY1" fmla="*/ 0 h 6155419"/>
              <a:gd name="connsiteX2" fmla="*/ 4068422 w 4069425"/>
              <a:gd name="connsiteY2" fmla="*/ 6153477 h 6155419"/>
              <a:gd name="connsiteX3" fmla="*/ 1716536 w 4069425"/>
              <a:gd name="connsiteY3" fmla="*/ 6155419 h 6155419"/>
              <a:gd name="connsiteX4" fmla="*/ 120 w 4069425"/>
              <a:gd name="connsiteY4" fmla="*/ 3706984 h 6155419"/>
              <a:gd name="connsiteX5" fmla="*/ 3023 w 4069425"/>
              <a:gd name="connsiteY5" fmla="*/ 4334 h 615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425" h="6155419">
                <a:moveTo>
                  <a:pt x="3023" y="4334"/>
                </a:moveTo>
                <a:lnTo>
                  <a:pt x="4068912" y="0"/>
                </a:lnTo>
                <a:cubicBezTo>
                  <a:pt x="4070869" y="1865237"/>
                  <a:pt x="4066465" y="4288240"/>
                  <a:pt x="4068422" y="6153477"/>
                </a:cubicBezTo>
                <a:lnTo>
                  <a:pt x="1716536" y="6155419"/>
                </a:lnTo>
                <a:cubicBezTo>
                  <a:pt x="687422" y="5845287"/>
                  <a:pt x="-10492" y="4560655"/>
                  <a:pt x="120" y="3706984"/>
                </a:cubicBezTo>
                <a:cubicBezTo>
                  <a:pt x="2112" y="2503721"/>
                  <a:pt x="1031" y="1207597"/>
                  <a:pt x="3023" y="4334"/>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r>
              <a:rPr lang="en-AU"/>
              <a:t>[Presentation Title] | [Date]</a:t>
            </a:r>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5" name="Date Placeholder 4">
            <a:extLst>
              <a:ext uri="{FF2B5EF4-FFF2-40B4-BE49-F238E27FC236}">
                <a16:creationId xmlns:a16="http://schemas.microsoft.com/office/drawing/2014/main" id="{26E4E8D8-7819-4122-838F-7CED981EC3B0}"/>
              </a:ext>
            </a:extLst>
          </p:cNvPr>
          <p:cNvSpPr>
            <a:spLocks noGrp="1"/>
          </p:cNvSpPr>
          <p:nvPr>
            <p:ph type="dt" sz="half" idx="16"/>
          </p:nvPr>
        </p:nvSpPr>
        <p:spPr>
          <a:xfrm>
            <a:off x="695325" y="151136"/>
            <a:ext cx="2376000" cy="241200"/>
          </a:xfrm>
          <a:prstGeom prst="rect">
            <a:avLst/>
          </a:prstGeom>
        </p:spPr>
        <p:txBody>
          <a:bodyPr/>
          <a:lstStyle/>
          <a:p>
            <a:pPr algn="l"/>
            <a:r>
              <a:rPr lang="en-US"/>
              <a:t>[Entity Name]</a:t>
            </a:r>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bg1"/>
                </a:solidFill>
              </a:defRPr>
            </a:lvl1pPr>
          </a:lstStyle>
          <a:p>
            <a:pPr lvl="0"/>
            <a:r>
              <a:rPr lang="en-US" dirty="0"/>
              <a:t>#[Hashtag text]</a:t>
            </a:r>
          </a:p>
        </p:txBody>
      </p:sp>
      <p:sp>
        <p:nvSpPr>
          <p:cNvPr id="10" name="Text Placeholder 5">
            <a:extLst>
              <a:ext uri="{FF2B5EF4-FFF2-40B4-BE49-F238E27FC236}">
                <a16:creationId xmlns:a16="http://schemas.microsoft.com/office/drawing/2014/main" id="{D06BD81E-48A0-488B-B875-7D993A64CC4D}"/>
              </a:ext>
            </a:extLst>
          </p:cNvPr>
          <p:cNvSpPr>
            <a:spLocks noGrp="1"/>
          </p:cNvSpPr>
          <p:nvPr>
            <p:ph type="body" sz="quarter" idx="13"/>
          </p:nvPr>
        </p:nvSpPr>
        <p:spPr>
          <a:xfrm>
            <a:off x="695325" y="1700213"/>
            <a:ext cx="5208587" cy="4598075"/>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4" name="TextBox 13">
            <a:extLst>
              <a:ext uri="{FF2B5EF4-FFF2-40B4-BE49-F238E27FC236}">
                <a16:creationId xmlns:a16="http://schemas.microsoft.com/office/drawing/2014/main" id="{54B152F0-B857-4837-AD26-E55058B68A12}"/>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13" name="Title 1">
            <a:extLst>
              <a:ext uri="{FF2B5EF4-FFF2-40B4-BE49-F238E27FC236}">
                <a16:creationId xmlns:a16="http://schemas.microsoft.com/office/drawing/2014/main" id="{407296C6-F9EC-4B3A-9119-76D6C67094A9}"/>
              </a:ext>
            </a:extLst>
          </p:cNvPr>
          <p:cNvSpPr>
            <a:spLocks noGrp="1"/>
          </p:cNvSpPr>
          <p:nvPr>
            <p:ph type="title"/>
          </p:nvPr>
        </p:nvSpPr>
        <p:spPr>
          <a:xfrm>
            <a:off x="695326" y="1052736"/>
            <a:ext cx="5208586" cy="468000"/>
          </a:xfrm>
        </p:spPr>
        <p:txBody>
          <a:bodyPr anchor="t"/>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23333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with Image One Third Alt">
    <p:bg>
      <p:bgPr>
        <a:solidFill>
          <a:schemeClr val="accent1"/>
        </a:solidFill>
        <a:effectLst/>
      </p:bgPr>
    </p:bg>
    <p:spTree>
      <p:nvGrpSpPr>
        <p:cNvPr id="1" name=""/>
        <p:cNvGrpSpPr/>
        <p:nvPr/>
      </p:nvGrpSpPr>
      <p:grpSpPr>
        <a:xfrm>
          <a:off x="0" y="0"/>
          <a:ext cx="0" cy="0"/>
          <a:chOff x="0" y="0"/>
          <a:chExt cx="0" cy="0"/>
        </a:xfrm>
      </p:grpSpPr>
      <p:sp>
        <p:nvSpPr>
          <p:cNvPr id="13" name="Text Placeholder 16">
            <a:extLst>
              <a:ext uri="{FF2B5EF4-FFF2-40B4-BE49-F238E27FC236}">
                <a16:creationId xmlns:a16="http://schemas.microsoft.com/office/drawing/2014/main" id="{B4FA68DC-FEFE-4790-B4A5-75AF5CDBE1D5}"/>
              </a:ext>
            </a:extLst>
          </p:cNvPr>
          <p:cNvSpPr>
            <a:spLocks noGrp="1"/>
          </p:cNvSpPr>
          <p:nvPr>
            <p:ph type="body" sz="quarter" idx="22" hasCustomPrompt="1"/>
          </p:nvPr>
        </p:nvSpPr>
        <p:spPr bwMode="invGray">
          <a:xfrm>
            <a:off x="0" y="0"/>
            <a:ext cx="10704513" cy="6869113"/>
          </a:xfrm>
          <a:solidFill>
            <a:schemeClr val="accent1"/>
          </a:solidFill>
        </p:spPr>
        <p:txBody>
          <a:bodyPr>
            <a:normAutofit/>
          </a:bodyPr>
          <a:lstStyle>
            <a:lvl1pPr>
              <a:defRPr sz="100">
                <a:solidFill>
                  <a:schemeClr val="accent1"/>
                </a:solidFill>
              </a:defRPr>
            </a:lvl1pPr>
          </a:lstStyle>
          <a:p>
            <a:pPr lvl="0"/>
            <a:r>
              <a:rPr lang="en-AU" dirty="0"/>
              <a:t> </a:t>
            </a:r>
          </a:p>
        </p:txBody>
      </p:sp>
      <p:sp>
        <p:nvSpPr>
          <p:cNvPr id="15" name="TextBox 14">
            <a:extLst>
              <a:ext uri="{FF2B5EF4-FFF2-40B4-BE49-F238E27FC236}">
                <a16:creationId xmlns:a16="http://schemas.microsoft.com/office/drawing/2014/main" id="{52BEE3ED-5C13-4151-AFC4-04F14BD9ECA3}"/>
              </a:ext>
            </a:extLst>
          </p:cNvPr>
          <p:cNvSpPr txBox="1"/>
          <p:nvPr userDrawn="1"/>
        </p:nvSpPr>
        <p:spPr>
          <a:xfrm>
            <a:off x="1" y="-622612"/>
            <a:ext cx="7632171" cy="523220"/>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Clicking along the edge of purple container and change the shape fill colour.</a:t>
            </a:r>
          </a:p>
        </p:txBody>
      </p:sp>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8108851" y="-8784"/>
            <a:ext cx="4083149" cy="6868620"/>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0093"/>
              <a:gd name="connsiteY0" fmla="*/ 0 h 5592752"/>
              <a:gd name="connsiteX1" fmla="*/ 2714232 w 4070093"/>
              <a:gd name="connsiteY1" fmla="*/ 3644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2714242"/>
              <a:gd name="connsiteY0" fmla="*/ 0 h 5592752"/>
              <a:gd name="connsiteX1" fmla="*/ 2714232 w 2714242"/>
              <a:gd name="connsiteY1" fmla="*/ 3644 h 5592752"/>
              <a:gd name="connsiteX2" fmla="*/ 2455391 w 2714242"/>
              <a:gd name="connsiteY2" fmla="*/ 5590810 h 5592752"/>
              <a:gd name="connsiteX3" fmla="*/ 1718207 w 2714242"/>
              <a:gd name="connsiteY3" fmla="*/ 5592752 h 5592752"/>
              <a:gd name="connsiteX4" fmla="*/ 1791 w 2714242"/>
              <a:gd name="connsiteY4" fmla="*/ 3144317 h 5592752"/>
              <a:gd name="connsiteX5" fmla="*/ 454 w 2714242"/>
              <a:gd name="connsiteY5" fmla="*/ 0 h 5592752"/>
              <a:gd name="connsiteX0" fmla="*/ 454 w 2714778"/>
              <a:gd name="connsiteY0" fmla="*/ 0 h 5596508"/>
              <a:gd name="connsiteX1" fmla="*/ 2714232 w 2714778"/>
              <a:gd name="connsiteY1" fmla="*/ 3644 h 5596508"/>
              <a:gd name="connsiteX2" fmla="*/ 2714070 w 2714778"/>
              <a:gd name="connsiteY2" fmla="*/ 5596508 h 5596508"/>
              <a:gd name="connsiteX3" fmla="*/ 1718207 w 2714778"/>
              <a:gd name="connsiteY3" fmla="*/ 5592752 h 5596508"/>
              <a:gd name="connsiteX4" fmla="*/ 1791 w 2714778"/>
              <a:gd name="connsiteY4" fmla="*/ 3144317 h 5596508"/>
              <a:gd name="connsiteX5" fmla="*/ 454 w 2714778"/>
              <a:gd name="connsiteY5" fmla="*/ 0 h 5596508"/>
              <a:gd name="connsiteX0" fmla="*/ 454 w 2714070"/>
              <a:gd name="connsiteY0" fmla="*/ 0 h 5596508"/>
              <a:gd name="connsiteX1" fmla="*/ 2709992 w 2714070"/>
              <a:gd name="connsiteY1" fmla="*/ 3644 h 5596508"/>
              <a:gd name="connsiteX2" fmla="*/ 2714070 w 2714070"/>
              <a:gd name="connsiteY2" fmla="*/ 5596508 h 5596508"/>
              <a:gd name="connsiteX3" fmla="*/ 1718207 w 2714070"/>
              <a:gd name="connsiteY3" fmla="*/ 5592752 h 5596508"/>
              <a:gd name="connsiteX4" fmla="*/ 1791 w 2714070"/>
              <a:gd name="connsiteY4" fmla="*/ 3144317 h 5596508"/>
              <a:gd name="connsiteX5" fmla="*/ 454 w 2714070"/>
              <a:gd name="connsiteY5" fmla="*/ 0 h 5596508"/>
              <a:gd name="connsiteX0" fmla="*/ 454 w 2714779"/>
              <a:gd name="connsiteY0" fmla="*/ 2054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2054 h 5598562"/>
              <a:gd name="connsiteX0" fmla="*/ 454 w 2714779"/>
              <a:gd name="connsiteY0" fmla="*/ 7751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7751 h 5598562"/>
              <a:gd name="connsiteX0" fmla="*/ 454 w 2714070"/>
              <a:gd name="connsiteY0" fmla="*/ 571782 h 6162593"/>
              <a:gd name="connsiteX1" fmla="*/ 2707872 w 2714070"/>
              <a:gd name="connsiteY1" fmla="*/ 0 h 6162593"/>
              <a:gd name="connsiteX2" fmla="*/ 2714070 w 2714070"/>
              <a:gd name="connsiteY2" fmla="*/ 6162593 h 6162593"/>
              <a:gd name="connsiteX3" fmla="*/ 1718207 w 2714070"/>
              <a:gd name="connsiteY3" fmla="*/ 6158837 h 6162593"/>
              <a:gd name="connsiteX4" fmla="*/ 1791 w 2714070"/>
              <a:gd name="connsiteY4" fmla="*/ 3710402 h 6162593"/>
              <a:gd name="connsiteX5" fmla="*/ 454 w 2714070"/>
              <a:gd name="connsiteY5" fmla="*/ 571782 h 6162593"/>
              <a:gd name="connsiteX0" fmla="*/ 454 w 2714070"/>
              <a:gd name="connsiteY0" fmla="*/ 7751 h 6162593"/>
              <a:gd name="connsiteX1" fmla="*/ 2707872 w 2714070"/>
              <a:gd name="connsiteY1" fmla="*/ 0 h 6162593"/>
              <a:gd name="connsiteX2" fmla="*/ 2714070 w 2714070"/>
              <a:gd name="connsiteY2" fmla="*/ 6162593 h 6162593"/>
              <a:gd name="connsiteX3" fmla="*/ 1718207 w 2714070"/>
              <a:gd name="connsiteY3" fmla="*/ 6158837 h 6162593"/>
              <a:gd name="connsiteX4" fmla="*/ 1791 w 2714070"/>
              <a:gd name="connsiteY4" fmla="*/ 3710402 h 6162593"/>
              <a:gd name="connsiteX5" fmla="*/ 454 w 2714070"/>
              <a:gd name="connsiteY5" fmla="*/ 7751 h 6162593"/>
              <a:gd name="connsiteX0" fmla="*/ 454 w 2720839"/>
              <a:gd name="connsiteY0" fmla="*/ 7751 h 6162593"/>
              <a:gd name="connsiteX1" fmla="*/ 2720594 w 2720839"/>
              <a:gd name="connsiteY1" fmla="*/ 0 h 6162593"/>
              <a:gd name="connsiteX2" fmla="*/ 2714070 w 2720839"/>
              <a:gd name="connsiteY2" fmla="*/ 6162593 h 6162593"/>
              <a:gd name="connsiteX3" fmla="*/ 1718207 w 2720839"/>
              <a:gd name="connsiteY3" fmla="*/ 6158837 h 6162593"/>
              <a:gd name="connsiteX4" fmla="*/ 1791 w 2720839"/>
              <a:gd name="connsiteY4" fmla="*/ 3710402 h 6162593"/>
              <a:gd name="connsiteX5" fmla="*/ 454 w 2720839"/>
              <a:gd name="connsiteY5" fmla="*/ 7751 h 6162593"/>
              <a:gd name="connsiteX0" fmla="*/ 454 w 2726792"/>
              <a:gd name="connsiteY0" fmla="*/ 7751 h 6162593"/>
              <a:gd name="connsiteX1" fmla="*/ 2720594 w 2726792"/>
              <a:gd name="connsiteY1" fmla="*/ 0 h 6162593"/>
              <a:gd name="connsiteX2" fmla="*/ 2726792 w 2726792"/>
              <a:gd name="connsiteY2" fmla="*/ 6162593 h 6162593"/>
              <a:gd name="connsiteX3" fmla="*/ 1718207 w 2726792"/>
              <a:gd name="connsiteY3" fmla="*/ 6158837 h 6162593"/>
              <a:gd name="connsiteX4" fmla="*/ 1791 w 2726792"/>
              <a:gd name="connsiteY4" fmla="*/ 3710402 h 6162593"/>
              <a:gd name="connsiteX5" fmla="*/ 454 w 2726792"/>
              <a:gd name="connsiteY5" fmla="*/ 7751 h 6162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6792" h="6162593">
                <a:moveTo>
                  <a:pt x="454" y="7751"/>
                </a:moveTo>
                <a:lnTo>
                  <a:pt x="2720594" y="0"/>
                </a:lnTo>
                <a:cubicBezTo>
                  <a:pt x="2722551" y="1865237"/>
                  <a:pt x="2724835" y="4297356"/>
                  <a:pt x="2726792" y="6162593"/>
                </a:cubicBezTo>
                <a:lnTo>
                  <a:pt x="1718207" y="6158837"/>
                </a:lnTo>
                <a:cubicBezTo>
                  <a:pt x="689093" y="5848705"/>
                  <a:pt x="-8821" y="4564073"/>
                  <a:pt x="1791" y="3710402"/>
                </a:cubicBezTo>
                <a:cubicBezTo>
                  <a:pt x="3783" y="2507139"/>
                  <a:pt x="-1538" y="1211014"/>
                  <a:pt x="454" y="7751"/>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bwMode="white">
          <a:xfrm>
            <a:off x="4400550" y="6524625"/>
            <a:ext cx="3384667" cy="241300"/>
          </a:xfrm>
        </p:spPr>
        <p:txBody>
          <a:bodyPr anchor="ctr">
            <a:normAutofit/>
          </a:bodyPr>
          <a:lstStyle>
            <a:lvl1pPr algn="ctr">
              <a:defRPr sz="1000" b="1">
                <a:solidFill>
                  <a:schemeClr val="bg1"/>
                </a:solidFill>
              </a:defRPr>
            </a:lvl1pPr>
          </a:lstStyle>
          <a:p>
            <a:pPr lvl="0"/>
            <a:r>
              <a:rPr lang="en-US" dirty="0"/>
              <a:t>#[Hashtag text]</a:t>
            </a:r>
          </a:p>
        </p:txBody>
      </p:sp>
      <p:sp>
        <p:nvSpPr>
          <p:cNvPr id="10" name="Text Placeholder 5">
            <a:extLst>
              <a:ext uri="{FF2B5EF4-FFF2-40B4-BE49-F238E27FC236}">
                <a16:creationId xmlns:a16="http://schemas.microsoft.com/office/drawing/2014/main" id="{468C9D50-7928-4CA0-BFA2-1AB0032BF14E}"/>
              </a:ext>
            </a:extLst>
          </p:cNvPr>
          <p:cNvSpPr>
            <a:spLocks noGrp="1"/>
          </p:cNvSpPr>
          <p:nvPr>
            <p:ph type="body" sz="quarter" idx="13"/>
          </p:nvPr>
        </p:nvSpPr>
        <p:spPr bwMode="white">
          <a:xfrm>
            <a:off x="695325" y="1700213"/>
            <a:ext cx="7089891" cy="4598075"/>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a:extLst>
              <a:ext uri="{FF2B5EF4-FFF2-40B4-BE49-F238E27FC236}">
                <a16:creationId xmlns:a16="http://schemas.microsoft.com/office/drawing/2014/main" id="{2AF87536-1667-4319-A130-CF6578DB2C85}"/>
              </a:ext>
            </a:extLst>
          </p:cNvPr>
          <p:cNvSpPr>
            <a:spLocks noGrp="1"/>
          </p:cNvSpPr>
          <p:nvPr>
            <p:ph type="title"/>
          </p:nvPr>
        </p:nvSpPr>
        <p:spPr bwMode="white">
          <a:xfrm>
            <a:off x="695326" y="1052736"/>
            <a:ext cx="7096124" cy="469056"/>
          </a:xfrm>
        </p:spPr>
        <p:txBody>
          <a:bodyPr/>
          <a:lstStyle>
            <a:lvl1pPr>
              <a:defRPr>
                <a:solidFill>
                  <a:schemeClr val="bg1"/>
                </a:solidFill>
              </a:defRPr>
            </a:lvl1pPr>
          </a:lstStyle>
          <a:p>
            <a:r>
              <a:rPr lang="en-US" dirty="0"/>
              <a:t>Click to edit Master title style</a:t>
            </a:r>
            <a:endParaRPr lang="en-AU" dirty="0"/>
          </a:p>
        </p:txBody>
      </p:sp>
      <p:sp>
        <p:nvSpPr>
          <p:cNvPr id="6" name="Date Placeholder 5">
            <a:extLst>
              <a:ext uri="{FF2B5EF4-FFF2-40B4-BE49-F238E27FC236}">
                <a16:creationId xmlns:a16="http://schemas.microsoft.com/office/drawing/2014/main" id="{9AD53B17-CFA2-4153-BA9B-6F2B6C1F6005}"/>
              </a:ext>
            </a:extLst>
          </p:cNvPr>
          <p:cNvSpPr>
            <a:spLocks noGrp="1"/>
          </p:cNvSpPr>
          <p:nvPr>
            <p:ph type="dt" sz="half" idx="19"/>
          </p:nvPr>
        </p:nvSpPr>
        <p:spPr bwMode="white">
          <a:xfrm>
            <a:off x="695325" y="151136"/>
            <a:ext cx="2376000" cy="241200"/>
          </a:xfrm>
          <a:prstGeom prst="rect">
            <a:avLst/>
          </a:prstGeom>
        </p:spPr>
        <p:txBody>
          <a:bodyPr/>
          <a:lstStyle/>
          <a:p>
            <a:r>
              <a:rPr lang="en-US" dirty="0"/>
              <a:t>[Entity Name]</a:t>
            </a:r>
            <a:endParaRPr lang="en-AU" dirty="0"/>
          </a:p>
        </p:txBody>
      </p:sp>
      <p:sp>
        <p:nvSpPr>
          <p:cNvPr id="7" name="Footer Placeholder 6">
            <a:extLst>
              <a:ext uri="{FF2B5EF4-FFF2-40B4-BE49-F238E27FC236}">
                <a16:creationId xmlns:a16="http://schemas.microsoft.com/office/drawing/2014/main" id="{68508C9E-FE7C-44AA-84C7-0471A04346C4}"/>
              </a:ext>
            </a:extLst>
          </p:cNvPr>
          <p:cNvSpPr>
            <a:spLocks noGrp="1"/>
          </p:cNvSpPr>
          <p:nvPr>
            <p:ph type="ftr" sz="quarter" idx="20"/>
          </p:nvPr>
        </p:nvSpPr>
        <p:spPr bwMode="white"/>
        <p:txBody>
          <a:bodyPr/>
          <a:lstStyle>
            <a:lvl1pPr>
              <a:defRPr>
                <a:solidFill>
                  <a:schemeClr val="bg1"/>
                </a:solidFill>
              </a:defRPr>
            </a:lvl1pPr>
          </a:lstStyle>
          <a:p>
            <a:r>
              <a:rPr lang="en-AU" dirty="0"/>
              <a:t>[Presentation Title] | [Date]</a:t>
            </a:r>
          </a:p>
        </p:txBody>
      </p:sp>
      <p:sp>
        <p:nvSpPr>
          <p:cNvPr id="8" name="Slide Number Placeholder 7">
            <a:extLst>
              <a:ext uri="{FF2B5EF4-FFF2-40B4-BE49-F238E27FC236}">
                <a16:creationId xmlns:a16="http://schemas.microsoft.com/office/drawing/2014/main" id="{F52737AE-AB1C-425B-82B5-B5D4E1208032}"/>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77742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with 4 Image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9" y="630978"/>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5">
            <a:extLst>
              <a:ext uri="{FF2B5EF4-FFF2-40B4-BE49-F238E27FC236}">
                <a16:creationId xmlns:a16="http://schemas.microsoft.com/office/drawing/2014/main" id="{DA8ABAA8-126B-459D-B960-B85E22F49DF4}"/>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Picture Placeholder 9">
            <a:extLst>
              <a:ext uri="{FF2B5EF4-FFF2-40B4-BE49-F238E27FC236}">
                <a16:creationId xmlns:a16="http://schemas.microsoft.com/office/drawing/2014/main" id="{86B950FF-5CC1-4A3A-ABA9-ADF58494DD0A}"/>
              </a:ext>
            </a:extLst>
          </p:cNvPr>
          <p:cNvSpPr>
            <a:spLocks noGrp="1"/>
          </p:cNvSpPr>
          <p:nvPr>
            <p:ph type="pic" sz="quarter" idx="16" hasCustomPrompt="1"/>
          </p:nvPr>
        </p:nvSpPr>
        <p:spPr>
          <a:xfrm>
            <a:off x="4407049" y="3485752"/>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Picture Placeholder 9">
            <a:extLst>
              <a:ext uri="{FF2B5EF4-FFF2-40B4-BE49-F238E27FC236}">
                <a16:creationId xmlns:a16="http://schemas.microsoft.com/office/drawing/2014/main" id="{BA2B0415-0383-4B33-9E29-9ADFC2A05427}"/>
              </a:ext>
            </a:extLst>
          </p:cNvPr>
          <p:cNvSpPr>
            <a:spLocks noGrp="1"/>
          </p:cNvSpPr>
          <p:nvPr>
            <p:ph type="pic" sz="quarter" idx="17" hasCustomPrompt="1"/>
          </p:nvPr>
        </p:nvSpPr>
        <p:spPr>
          <a:xfrm>
            <a:off x="8304000" y="630978"/>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3" name="Picture Placeholder 9">
            <a:extLst>
              <a:ext uri="{FF2B5EF4-FFF2-40B4-BE49-F238E27FC236}">
                <a16:creationId xmlns:a16="http://schemas.microsoft.com/office/drawing/2014/main" id="{4966C236-904D-498D-801E-8C4057C0A034}"/>
              </a:ext>
            </a:extLst>
          </p:cNvPr>
          <p:cNvSpPr>
            <a:spLocks noGrp="1"/>
          </p:cNvSpPr>
          <p:nvPr>
            <p:ph type="pic" sz="quarter" idx="18" hasCustomPrompt="1"/>
          </p:nvPr>
        </p:nvSpPr>
        <p:spPr>
          <a:xfrm>
            <a:off x="8304000" y="3485752"/>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4" name="Rectangle 13">
            <a:extLst>
              <a:ext uri="{FF2B5EF4-FFF2-40B4-BE49-F238E27FC236}">
                <a16:creationId xmlns:a16="http://schemas.microsoft.com/office/drawing/2014/main" id="{377D8A62-4A58-4C23-B0E5-AEF193611E4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6" name="Picture 15">
            <a:extLst>
              <a:ext uri="{FF2B5EF4-FFF2-40B4-BE49-F238E27FC236}">
                <a16:creationId xmlns:a16="http://schemas.microsoft.com/office/drawing/2014/main" id="{EDEB74D7-CB6B-47FE-A2A8-7AE5F1DED986}"/>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5" name="Title 1">
            <a:extLst>
              <a:ext uri="{FF2B5EF4-FFF2-40B4-BE49-F238E27FC236}">
                <a16:creationId xmlns:a16="http://schemas.microsoft.com/office/drawing/2014/main" id="{E061BA70-9BEA-4AF5-8B24-03EBB3F28710}"/>
              </a:ext>
            </a:extLst>
          </p:cNvPr>
          <p:cNvSpPr>
            <a:spLocks noGrp="1"/>
          </p:cNvSpPr>
          <p:nvPr>
            <p:ph type="title"/>
          </p:nvPr>
        </p:nvSpPr>
        <p:spPr>
          <a:xfrm>
            <a:off x="695326" y="1052736"/>
            <a:ext cx="3384549" cy="1008112"/>
          </a:xfrm>
        </p:spPr>
        <p:txBody>
          <a:bodyPr anchor="t"/>
          <a:lstStyle/>
          <a:p>
            <a:r>
              <a:rPr lang="en-US"/>
              <a:t>Click to edit Master title style</a:t>
            </a:r>
            <a:endParaRPr lang="en-AU" dirty="0"/>
          </a:p>
        </p:txBody>
      </p:sp>
      <p:sp>
        <p:nvSpPr>
          <p:cNvPr id="2" name="Date Placeholder 1">
            <a:extLst>
              <a:ext uri="{FF2B5EF4-FFF2-40B4-BE49-F238E27FC236}">
                <a16:creationId xmlns:a16="http://schemas.microsoft.com/office/drawing/2014/main" id="{C0CA8BB8-1B5E-4246-8A55-FAB9C1E84DFA}"/>
              </a:ext>
            </a:extLst>
          </p:cNvPr>
          <p:cNvSpPr>
            <a:spLocks noGrp="1"/>
          </p:cNvSpPr>
          <p:nvPr>
            <p:ph type="dt" sz="half" idx="19"/>
          </p:nvPr>
        </p:nvSpPr>
        <p:spPr bwMode="white"/>
        <p:txBody>
          <a:bodyPr/>
          <a:lstStyle/>
          <a:p>
            <a:r>
              <a:rPr lang="en-US" dirty="0"/>
              <a:t>[Entity Name]</a:t>
            </a:r>
            <a:endParaRPr lang="en-AU" dirty="0"/>
          </a:p>
        </p:txBody>
      </p:sp>
      <p:sp>
        <p:nvSpPr>
          <p:cNvPr id="7" name="Footer Placeholder 6">
            <a:extLst>
              <a:ext uri="{FF2B5EF4-FFF2-40B4-BE49-F238E27FC236}">
                <a16:creationId xmlns:a16="http://schemas.microsoft.com/office/drawing/2014/main" id="{AF4FF51F-8DC8-4E19-BB72-27E7B862578F}"/>
              </a:ext>
            </a:extLst>
          </p:cNvPr>
          <p:cNvSpPr>
            <a:spLocks noGrp="1"/>
          </p:cNvSpPr>
          <p:nvPr>
            <p:ph type="ftr" sz="quarter" idx="20"/>
          </p:nvPr>
        </p:nvSpPr>
        <p:spPr/>
        <p:txBody>
          <a:bodyPr/>
          <a:lstStyle/>
          <a:p>
            <a:r>
              <a:rPr lang="en-AU"/>
              <a:t>[Presentation Title] | [Date]</a:t>
            </a:r>
            <a:endParaRPr lang="en-AU" dirty="0"/>
          </a:p>
        </p:txBody>
      </p:sp>
      <p:sp>
        <p:nvSpPr>
          <p:cNvPr id="8" name="Slide Number Placeholder 7">
            <a:extLst>
              <a:ext uri="{FF2B5EF4-FFF2-40B4-BE49-F238E27FC236}">
                <a16:creationId xmlns:a16="http://schemas.microsoft.com/office/drawing/2014/main" id="{21CA045B-79DD-4F1E-A5D5-56CC7F67455E}"/>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373846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Column Text &amp; Imag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695326" y="3447000"/>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1" name="Picture Placeholder 8">
            <a:extLst>
              <a:ext uri="{FF2B5EF4-FFF2-40B4-BE49-F238E27FC236}">
                <a16:creationId xmlns:a16="http://schemas.microsoft.com/office/drawing/2014/main" id="{C59B66CF-A807-44F1-A681-793122F8A033}"/>
              </a:ext>
            </a:extLst>
          </p:cNvPr>
          <p:cNvSpPr>
            <a:spLocks noGrp="1"/>
          </p:cNvSpPr>
          <p:nvPr>
            <p:ph type="pic" sz="quarter" idx="16" hasCustomPrompt="1"/>
          </p:nvPr>
        </p:nvSpPr>
        <p:spPr>
          <a:xfrm>
            <a:off x="4409626" y="3447000"/>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3" name="Picture Placeholder 8">
            <a:extLst>
              <a:ext uri="{FF2B5EF4-FFF2-40B4-BE49-F238E27FC236}">
                <a16:creationId xmlns:a16="http://schemas.microsoft.com/office/drawing/2014/main" id="{6B4B4A83-90AC-42EA-83C2-FA8462468851}"/>
              </a:ext>
            </a:extLst>
          </p:cNvPr>
          <p:cNvSpPr>
            <a:spLocks noGrp="1"/>
          </p:cNvSpPr>
          <p:nvPr>
            <p:ph type="pic" sz="quarter" idx="18" hasCustomPrompt="1"/>
          </p:nvPr>
        </p:nvSpPr>
        <p:spPr>
          <a:xfrm>
            <a:off x="8112676" y="3446253"/>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p:nvPr>
        </p:nvSpPr>
        <p:spPr>
          <a:xfrm>
            <a:off x="695325"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Edit Master text styles</a:t>
            </a:r>
          </a:p>
          <a:p>
            <a:pPr lvl="1"/>
            <a:r>
              <a:rPr lang="en-US"/>
              <a:t>Second level</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4409626"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17" name="Text Placeholder 14">
            <a:extLst>
              <a:ext uri="{FF2B5EF4-FFF2-40B4-BE49-F238E27FC236}">
                <a16:creationId xmlns:a16="http://schemas.microsoft.com/office/drawing/2014/main" id="{564335FC-BD53-4794-8DA5-8FFBAE1F28B6}"/>
              </a:ext>
            </a:extLst>
          </p:cNvPr>
          <p:cNvSpPr>
            <a:spLocks noGrp="1"/>
          </p:cNvSpPr>
          <p:nvPr>
            <p:ph type="body" sz="quarter" idx="21"/>
          </p:nvPr>
        </p:nvSpPr>
        <p:spPr>
          <a:xfrm>
            <a:off x="8112676"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4" name="Rectangle 13">
            <a:extLst>
              <a:ext uri="{FF2B5EF4-FFF2-40B4-BE49-F238E27FC236}">
                <a16:creationId xmlns:a16="http://schemas.microsoft.com/office/drawing/2014/main" id="{2DC1E423-DB93-432A-8BB7-4B2613DBF942}"/>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9" name="Picture 18">
            <a:extLst>
              <a:ext uri="{FF2B5EF4-FFF2-40B4-BE49-F238E27FC236}">
                <a16:creationId xmlns:a16="http://schemas.microsoft.com/office/drawing/2014/main" id="{7E590DBB-90A7-43BF-BDD1-CF1C6212FAF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C882AF12-58DE-43D7-9E95-F90A1203C4FE}"/>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28AC1DC6-F03F-4189-B5B9-2FF38EB9C0E6}"/>
              </a:ext>
            </a:extLst>
          </p:cNvPr>
          <p:cNvSpPr>
            <a:spLocks noGrp="1"/>
          </p:cNvSpPr>
          <p:nvPr>
            <p:ph type="dt" sz="half" idx="22"/>
          </p:nvPr>
        </p:nvSpPr>
        <p:spPr bwMode="white"/>
        <p:txBody>
          <a:bodyPr/>
          <a:lstStyle/>
          <a:p>
            <a:r>
              <a:rPr lang="en-US" dirty="0"/>
              <a:t>[Entity Name]</a:t>
            </a:r>
            <a:endParaRPr lang="en-AU" dirty="0"/>
          </a:p>
        </p:txBody>
      </p:sp>
      <p:sp>
        <p:nvSpPr>
          <p:cNvPr id="7" name="Footer Placeholder 6">
            <a:extLst>
              <a:ext uri="{FF2B5EF4-FFF2-40B4-BE49-F238E27FC236}">
                <a16:creationId xmlns:a16="http://schemas.microsoft.com/office/drawing/2014/main" id="{B91E1143-CBAC-4E3D-95E2-1F1E3980ADDC}"/>
              </a:ext>
            </a:extLst>
          </p:cNvPr>
          <p:cNvSpPr>
            <a:spLocks noGrp="1"/>
          </p:cNvSpPr>
          <p:nvPr>
            <p:ph type="ftr" sz="quarter" idx="23"/>
          </p:nvPr>
        </p:nvSpPr>
        <p:spPr/>
        <p:txBody>
          <a:bodyPr/>
          <a:lstStyle/>
          <a:p>
            <a:r>
              <a:rPr lang="en-AU"/>
              <a:t>[Presentation Title] | [Date]</a:t>
            </a:r>
            <a:endParaRPr lang="en-AU" dirty="0"/>
          </a:p>
        </p:txBody>
      </p:sp>
      <p:sp>
        <p:nvSpPr>
          <p:cNvPr id="8" name="Slide Number Placeholder 7">
            <a:extLst>
              <a:ext uri="{FF2B5EF4-FFF2-40B4-BE49-F238E27FC236}">
                <a16:creationId xmlns:a16="http://schemas.microsoft.com/office/drawing/2014/main" id="{24035F6F-B1C5-4CB7-9CF1-E5C49956EAC7}"/>
              </a:ext>
            </a:extLst>
          </p:cNvPr>
          <p:cNvSpPr>
            <a:spLocks noGrp="1"/>
          </p:cNvSpPr>
          <p:nvPr>
            <p:ph type="sldNum" sz="quarter" idx="24"/>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602555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cons &amp; Tex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1691720" y="1700808"/>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719668" y="2996952"/>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719668" y="3271090"/>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4" name="Picture Placeholder 8">
            <a:extLst>
              <a:ext uri="{FF2B5EF4-FFF2-40B4-BE49-F238E27FC236}">
                <a16:creationId xmlns:a16="http://schemas.microsoft.com/office/drawing/2014/main" id="{49164FB8-D4B8-4D90-B308-464FB278E97B}"/>
              </a:ext>
            </a:extLst>
          </p:cNvPr>
          <p:cNvSpPr>
            <a:spLocks noGrp="1"/>
          </p:cNvSpPr>
          <p:nvPr>
            <p:ph type="pic" sz="quarter" idx="23" hasCustomPrompt="1"/>
          </p:nvPr>
        </p:nvSpPr>
        <p:spPr>
          <a:xfrm>
            <a:off x="5376051" y="1700808"/>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18" name="Text Placeholder 14">
            <a:extLst>
              <a:ext uri="{FF2B5EF4-FFF2-40B4-BE49-F238E27FC236}">
                <a16:creationId xmlns:a16="http://schemas.microsoft.com/office/drawing/2014/main" id="{B01E9CDC-2523-40AE-AF29-5A44EBFD8919}"/>
              </a:ext>
            </a:extLst>
          </p:cNvPr>
          <p:cNvSpPr>
            <a:spLocks noGrp="1"/>
          </p:cNvSpPr>
          <p:nvPr>
            <p:ph type="body" sz="quarter" idx="24" hasCustomPrompt="1"/>
          </p:nvPr>
        </p:nvSpPr>
        <p:spPr>
          <a:xfrm>
            <a:off x="4403999" y="2996952"/>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9" name="Text Placeholder 14">
            <a:extLst>
              <a:ext uri="{FF2B5EF4-FFF2-40B4-BE49-F238E27FC236}">
                <a16:creationId xmlns:a16="http://schemas.microsoft.com/office/drawing/2014/main" id="{4ADAC2D7-6D0E-46B8-9F7A-B4DB99B8900F}"/>
              </a:ext>
            </a:extLst>
          </p:cNvPr>
          <p:cNvSpPr>
            <a:spLocks noGrp="1"/>
          </p:cNvSpPr>
          <p:nvPr>
            <p:ph type="body" sz="quarter" idx="25"/>
          </p:nvPr>
        </p:nvSpPr>
        <p:spPr>
          <a:xfrm>
            <a:off x="4403999" y="3271090"/>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1" name="Picture Placeholder 8">
            <a:extLst>
              <a:ext uri="{FF2B5EF4-FFF2-40B4-BE49-F238E27FC236}">
                <a16:creationId xmlns:a16="http://schemas.microsoft.com/office/drawing/2014/main" id="{EFE4D8B1-EBB1-4B03-B440-81D22A8A0339}"/>
              </a:ext>
            </a:extLst>
          </p:cNvPr>
          <p:cNvSpPr>
            <a:spLocks noGrp="1"/>
          </p:cNvSpPr>
          <p:nvPr>
            <p:ph type="pic" sz="quarter" idx="26" hasCustomPrompt="1"/>
          </p:nvPr>
        </p:nvSpPr>
        <p:spPr>
          <a:xfrm>
            <a:off x="9063158" y="1700907"/>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2" name="Text Placeholder 14">
            <a:extLst>
              <a:ext uri="{FF2B5EF4-FFF2-40B4-BE49-F238E27FC236}">
                <a16:creationId xmlns:a16="http://schemas.microsoft.com/office/drawing/2014/main" id="{9FADD90A-0B64-4F90-9B57-FE13E0FCA228}"/>
              </a:ext>
            </a:extLst>
          </p:cNvPr>
          <p:cNvSpPr>
            <a:spLocks noGrp="1"/>
          </p:cNvSpPr>
          <p:nvPr>
            <p:ph type="body" sz="quarter" idx="27" hasCustomPrompt="1"/>
          </p:nvPr>
        </p:nvSpPr>
        <p:spPr>
          <a:xfrm>
            <a:off x="8091106" y="2997051"/>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3" name="Text Placeholder 14">
            <a:extLst>
              <a:ext uri="{FF2B5EF4-FFF2-40B4-BE49-F238E27FC236}">
                <a16:creationId xmlns:a16="http://schemas.microsoft.com/office/drawing/2014/main" id="{ABE4C7F0-C749-4520-AA04-DB6CA99155AA}"/>
              </a:ext>
            </a:extLst>
          </p:cNvPr>
          <p:cNvSpPr>
            <a:spLocks noGrp="1"/>
          </p:cNvSpPr>
          <p:nvPr>
            <p:ph type="body" sz="quarter" idx="28"/>
          </p:nvPr>
        </p:nvSpPr>
        <p:spPr>
          <a:xfrm>
            <a:off x="8091106" y="3271189"/>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4" name="Picture Placeholder 8">
            <a:extLst>
              <a:ext uri="{FF2B5EF4-FFF2-40B4-BE49-F238E27FC236}">
                <a16:creationId xmlns:a16="http://schemas.microsoft.com/office/drawing/2014/main" id="{10240862-4D4B-4BB9-8F4B-AA856CD17F50}"/>
              </a:ext>
            </a:extLst>
          </p:cNvPr>
          <p:cNvSpPr>
            <a:spLocks noGrp="1"/>
          </p:cNvSpPr>
          <p:nvPr>
            <p:ph type="pic" sz="quarter" idx="29" hasCustomPrompt="1"/>
          </p:nvPr>
        </p:nvSpPr>
        <p:spPr>
          <a:xfrm>
            <a:off x="1691720" y="4077242"/>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5" name="Text Placeholder 14">
            <a:extLst>
              <a:ext uri="{FF2B5EF4-FFF2-40B4-BE49-F238E27FC236}">
                <a16:creationId xmlns:a16="http://schemas.microsoft.com/office/drawing/2014/main" id="{58449337-35B4-44F8-8D00-F0C15EFB9CE5}"/>
              </a:ext>
            </a:extLst>
          </p:cNvPr>
          <p:cNvSpPr>
            <a:spLocks noGrp="1"/>
          </p:cNvSpPr>
          <p:nvPr>
            <p:ph type="body" sz="quarter" idx="30" hasCustomPrompt="1"/>
          </p:nvPr>
        </p:nvSpPr>
        <p:spPr>
          <a:xfrm>
            <a:off x="719668" y="5373386"/>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6" name="Text Placeholder 14">
            <a:extLst>
              <a:ext uri="{FF2B5EF4-FFF2-40B4-BE49-F238E27FC236}">
                <a16:creationId xmlns:a16="http://schemas.microsoft.com/office/drawing/2014/main" id="{2477189D-83D5-4749-BD7C-CADC0D1471D9}"/>
              </a:ext>
            </a:extLst>
          </p:cNvPr>
          <p:cNvSpPr>
            <a:spLocks noGrp="1"/>
          </p:cNvSpPr>
          <p:nvPr>
            <p:ph type="body" sz="quarter" idx="31"/>
          </p:nvPr>
        </p:nvSpPr>
        <p:spPr>
          <a:xfrm>
            <a:off x="719668" y="5647524"/>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7" name="Picture Placeholder 8">
            <a:extLst>
              <a:ext uri="{FF2B5EF4-FFF2-40B4-BE49-F238E27FC236}">
                <a16:creationId xmlns:a16="http://schemas.microsoft.com/office/drawing/2014/main" id="{6618C35F-5F01-46A6-BF04-0CA9BDBAAB65}"/>
              </a:ext>
            </a:extLst>
          </p:cNvPr>
          <p:cNvSpPr>
            <a:spLocks noGrp="1"/>
          </p:cNvSpPr>
          <p:nvPr>
            <p:ph type="pic" sz="quarter" idx="32" hasCustomPrompt="1"/>
          </p:nvPr>
        </p:nvSpPr>
        <p:spPr>
          <a:xfrm>
            <a:off x="5376051" y="4077242"/>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8" name="Text Placeholder 14">
            <a:extLst>
              <a:ext uri="{FF2B5EF4-FFF2-40B4-BE49-F238E27FC236}">
                <a16:creationId xmlns:a16="http://schemas.microsoft.com/office/drawing/2014/main" id="{B63A3128-4CA8-48D5-B82E-7EDA918D7F39}"/>
              </a:ext>
            </a:extLst>
          </p:cNvPr>
          <p:cNvSpPr>
            <a:spLocks noGrp="1"/>
          </p:cNvSpPr>
          <p:nvPr>
            <p:ph type="body" sz="quarter" idx="33" hasCustomPrompt="1"/>
          </p:nvPr>
        </p:nvSpPr>
        <p:spPr>
          <a:xfrm>
            <a:off x="4403999" y="5373386"/>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9" name="Text Placeholder 14">
            <a:extLst>
              <a:ext uri="{FF2B5EF4-FFF2-40B4-BE49-F238E27FC236}">
                <a16:creationId xmlns:a16="http://schemas.microsoft.com/office/drawing/2014/main" id="{AB7F5300-022A-4183-A132-AA8EB6534A61}"/>
              </a:ext>
            </a:extLst>
          </p:cNvPr>
          <p:cNvSpPr>
            <a:spLocks noGrp="1"/>
          </p:cNvSpPr>
          <p:nvPr>
            <p:ph type="body" sz="quarter" idx="34"/>
          </p:nvPr>
        </p:nvSpPr>
        <p:spPr>
          <a:xfrm>
            <a:off x="4403999" y="5647524"/>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0" name="Picture Placeholder 8">
            <a:extLst>
              <a:ext uri="{FF2B5EF4-FFF2-40B4-BE49-F238E27FC236}">
                <a16:creationId xmlns:a16="http://schemas.microsoft.com/office/drawing/2014/main" id="{CE2DF1AF-9EAD-40B3-B73C-07649220BF03}"/>
              </a:ext>
            </a:extLst>
          </p:cNvPr>
          <p:cNvSpPr>
            <a:spLocks noGrp="1"/>
          </p:cNvSpPr>
          <p:nvPr>
            <p:ph type="pic" sz="quarter" idx="35" hasCustomPrompt="1"/>
          </p:nvPr>
        </p:nvSpPr>
        <p:spPr>
          <a:xfrm>
            <a:off x="9063158" y="4077341"/>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31" name="Text Placeholder 14">
            <a:extLst>
              <a:ext uri="{FF2B5EF4-FFF2-40B4-BE49-F238E27FC236}">
                <a16:creationId xmlns:a16="http://schemas.microsoft.com/office/drawing/2014/main" id="{40CD5A08-CA4F-41B8-A1B0-488A6EC44817}"/>
              </a:ext>
            </a:extLst>
          </p:cNvPr>
          <p:cNvSpPr>
            <a:spLocks noGrp="1"/>
          </p:cNvSpPr>
          <p:nvPr>
            <p:ph type="body" sz="quarter" idx="36" hasCustomPrompt="1"/>
          </p:nvPr>
        </p:nvSpPr>
        <p:spPr>
          <a:xfrm>
            <a:off x="8091106" y="5373485"/>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2" name="Text Placeholder 14">
            <a:extLst>
              <a:ext uri="{FF2B5EF4-FFF2-40B4-BE49-F238E27FC236}">
                <a16:creationId xmlns:a16="http://schemas.microsoft.com/office/drawing/2014/main" id="{B722C2B9-2C83-4877-A90D-0CA01537B08C}"/>
              </a:ext>
            </a:extLst>
          </p:cNvPr>
          <p:cNvSpPr>
            <a:spLocks noGrp="1"/>
          </p:cNvSpPr>
          <p:nvPr>
            <p:ph type="body" sz="quarter" idx="37"/>
          </p:nvPr>
        </p:nvSpPr>
        <p:spPr>
          <a:xfrm>
            <a:off x="8091106" y="5647623"/>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3" name="Rectangle 32">
            <a:extLst>
              <a:ext uri="{FF2B5EF4-FFF2-40B4-BE49-F238E27FC236}">
                <a16:creationId xmlns:a16="http://schemas.microsoft.com/office/drawing/2014/main" id="{6FF019EB-FA99-486B-BA02-92BE7601299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35" name="Picture 34">
            <a:extLst>
              <a:ext uri="{FF2B5EF4-FFF2-40B4-BE49-F238E27FC236}">
                <a16:creationId xmlns:a16="http://schemas.microsoft.com/office/drawing/2014/main" id="{F1882F53-3639-4FFE-AFD1-5428267B6B9D}"/>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3D2A4C4A-3642-4CE3-8FB6-AFE5A9CA81FA}"/>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38C7AECD-2D0A-4301-9CB8-B765D71F0B6B}"/>
              </a:ext>
            </a:extLst>
          </p:cNvPr>
          <p:cNvSpPr>
            <a:spLocks noGrp="1"/>
          </p:cNvSpPr>
          <p:nvPr>
            <p:ph type="dt" sz="half" idx="38"/>
          </p:nvPr>
        </p:nvSpPr>
        <p:spPr bwMode="white"/>
        <p:txBody>
          <a:bodyPr/>
          <a:lstStyle/>
          <a:p>
            <a:r>
              <a:rPr lang="en-US" dirty="0"/>
              <a:t>[Entity Name]</a:t>
            </a:r>
            <a:endParaRPr lang="en-AU" dirty="0"/>
          </a:p>
        </p:txBody>
      </p:sp>
      <p:sp>
        <p:nvSpPr>
          <p:cNvPr id="7" name="Footer Placeholder 6">
            <a:extLst>
              <a:ext uri="{FF2B5EF4-FFF2-40B4-BE49-F238E27FC236}">
                <a16:creationId xmlns:a16="http://schemas.microsoft.com/office/drawing/2014/main" id="{5E82035B-DC9A-432B-8519-2243ECF2A4F3}"/>
              </a:ext>
            </a:extLst>
          </p:cNvPr>
          <p:cNvSpPr>
            <a:spLocks noGrp="1"/>
          </p:cNvSpPr>
          <p:nvPr>
            <p:ph type="ftr" sz="quarter" idx="39"/>
          </p:nvPr>
        </p:nvSpPr>
        <p:spPr/>
        <p:txBody>
          <a:bodyPr/>
          <a:lstStyle/>
          <a:p>
            <a:r>
              <a:rPr lang="en-AU"/>
              <a:t>[Presentation Title] | [Date]</a:t>
            </a:r>
            <a:endParaRPr lang="en-AU" dirty="0"/>
          </a:p>
        </p:txBody>
      </p:sp>
      <p:sp>
        <p:nvSpPr>
          <p:cNvPr id="8" name="Slide Number Placeholder 7">
            <a:extLst>
              <a:ext uri="{FF2B5EF4-FFF2-40B4-BE49-F238E27FC236}">
                <a16:creationId xmlns:a16="http://schemas.microsoft.com/office/drawing/2014/main" id="{A8EC4C1B-640F-47AB-A0DF-816F2F8FB16E}"/>
              </a:ext>
            </a:extLst>
          </p:cNvPr>
          <p:cNvSpPr>
            <a:spLocks noGrp="1"/>
          </p:cNvSpPr>
          <p:nvPr>
            <p:ph type="sldNum" sz="quarter" idx="4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69555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Order">
    <p:spTree>
      <p:nvGrpSpPr>
        <p:cNvPr id="1" name=""/>
        <p:cNvGrpSpPr/>
        <p:nvPr/>
      </p:nvGrpSpPr>
      <p:grpSpPr>
        <a:xfrm>
          <a:off x="0" y="0"/>
          <a:ext cx="0" cy="0"/>
          <a:chOff x="0" y="0"/>
          <a:chExt cx="0" cy="0"/>
        </a:xfrm>
      </p:grpSpPr>
      <p:sp>
        <p:nvSpPr>
          <p:cNvPr id="34" name="Text Placeholder 14">
            <a:extLst>
              <a:ext uri="{FF2B5EF4-FFF2-40B4-BE49-F238E27FC236}">
                <a16:creationId xmlns:a16="http://schemas.microsoft.com/office/drawing/2014/main" id="{C9748A61-6439-491A-9457-33A20862D25C}"/>
              </a:ext>
            </a:extLst>
          </p:cNvPr>
          <p:cNvSpPr>
            <a:spLocks noGrp="1"/>
          </p:cNvSpPr>
          <p:nvPr>
            <p:ph type="body" sz="quarter" idx="29" hasCustomPrompt="1"/>
          </p:nvPr>
        </p:nvSpPr>
        <p:spPr>
          <a:xfrm>
            <a:off x="1079170" y="1917008"/>
            <a:ext cx="1584308" cy="1584000"/>
          </a:xfrm>
          <a:prstGeom prst="rect">
            <a:avLst/>
          </a:prstGeom>
          <a:solidFill>
            <a:schemeClr val="accent1"/>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69532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69532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36" name="Text Placeholder 14">
            <a:extLst>
              <a:ext uri="{FF2B5EF4-FFF2-40B4-BE49-F238E27FC236}">
                <a16:creationId xmlns:a16="http://schemas.microsoft.com/office/drawing/2014/main" id="{C17937B0-FDCD-421A-9652-36A59CE227A1}"/>
              </a:ext>
            </a:extLst>
          </p:cNvPr>
          <p:cNvSpPr>
            <a:spLocks noGrp="1"/>
          </p:cNvSpPr>
          <p:nvPr>
            <p:ph type="body" sz="quarter" idx="30" hasCustomPrompt="1"/>
          </p:nvPr>
        </p:nvSpPr>
        <p:spPr>
          <a:xfrm>
            <a:off x="3932120" y="1917008"/>
            <a:ext cx="1584308" cy="1584000"/>
          </a:xfrm>
          <a:prstGeom prst="rect">
            <a:avLst/>
          </a:prstGeom>
          <a:solidFill>
            <a:srgbClr val="962A8B"/>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37" name="Text Placeholder 14">
            <a:extLst>
              <a:ext uri="{FF2B5EF4-FFF2-40B4-BE49-F238E27FC236}">
                <a16:creationId xmlns:a16="http://schemas.microsoft.com/office/drawing/2014/main" id="{7AB4A338-5CDA-4742-A7F5-F49D6BE9AD4F}"/>
              </a:ext>
            </a:extLst>
          </p:cNvPr>
          <p:cNvSpPr>
            <a:spLocks noGrp="1"/>
          </p:cNvSpPr>
          <p:nvPr>
            <p:ph type="body" sz="quarter" idx="31" hasCustomPrompt="1"/>
          </p:nvPr>
        </p:nvSpPr>
        <p:spPr>
          <a:xfrm>
            <a:off x="354827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8" name="Text Placeholder 14">
            <a:extLst>
              <a:ext uri="{FF2B5EF4-FFF2-40B4-BE49-F238E27FC236}">
                <a16:creationId xmlns:a16="http://schemas.microsoft.com/office/drawing/2014/main" id="{9452123C-C6A2-4D45-AF62-5B6E775B6C90}"/>
              </a:ext>
            </a:extLst>
          </p:cNvPr>
          <p:cNvSpPr>
            <a:spLocks noGrp="1"/>
          </p:cNvSpPr>
          <p:nvPr>
            <p:ph type="body" sz="quarter" idx="32"/>
          </p:nvPr>
        </p:nvSpPr>
        <p:spPr>
          <a:xfrm>
            <a:off x="354827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9" name="Text Placeholder 14">
            <a:extLst>
              <a:ext uri="{FF2B5EF4-FFF2-40B4-BE49-F238E27FC236}">
                <a16:creationId xmlns:a16="http://schemas.microsoft.com/office/drawing/2014/main" id="{3DCBEBCB-7877-4BC1-BA6D-4E809F947A5F}"/>
              </a:ext>
            </a:extLst>
          </p:cNvPr>
          <p:cNvSpPr>
            <a:spLocks noGrp="1"/>
          </p:cNvSpPr>
          <p:nvPr>
            <p:ph type="body" sz="quarter" idx="33" hasCustomPrompt="1"/>
          </p:nvPr>
        </p:nvSpPr>
        <p:spPr>
          <a:xfrm>
            <a:off x="6686160" y="1917008"/>
            <a:ext cx="1584308" cy="1584000"/>
          </a:xfrm>
          <a:prstGeom prst="rect">
            <a:avLst/>
          </a:prstGeom>
          <a:solidFill>
            <a:srgbClr val="999490"/>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0" name="Text Placeholder 14">
            <a:extLst>
              <a:ext uri="{FF2B5EF4-FFF2-40B4-BE49-F238E27FC236}">
                <a16:creationId xmlns:a16="http://schemas.microsoft.com/office/drawing/2014/main" id="{2FE7559D-9529-40D4-8025-F2B8ED38A995}"/>
              </a:ext>
            </a:extLst>
          </p:cNvPr>
          <p:cNvSpPr>
            <a:spLocks noGrp="1"/>
          </p:cNvSpPr>
          <p:nvPr>
            <p:ph type="body" sz="quarter" idx="34" hasCustomPrompt="1"/>
          </p:nvPr>
        </p:nvSpPr>
        <p:spPr>
          <a:xfrm>
            <a:off x="630231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1" name="Text Placeholder 14">
            <a:extLst>
              <a:ext uri="{FF2B5EF4-FFF2-40B4-BE49-F238E27FC236}">
                <a16:creationId xmlns:a16="http://schemas.microsoft.com/office/drawing/2014/main" id="{2382D6B5-B43B-46F1-B879-42FA4CCBD202}"/>
              </a:ext>
            </a:extLst>
          </p:cNvPr>
          <p:cNvSpPr>
            <a:spLocks noGrp="1"/>
          </p:cNvSpPr>
          <p:nvPr>
            <p:ph type="body" sz="quarter" idx="35"/>
          </p:nvPr>
        </p:nvSpPr>
        <p:spPr>
          <a:xfrm>
            <a:off x="630231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42" name="Text Placeholder 14">
            <a:extLst>
              <a:ext uri="{FF2B5EF4-FFF2-40B4-BE49-F238E27FC236}">
                <a16:creationId xmlns:a16="http://schemas.microsoft.com/office/drawing/2014/main" id="{791F1A27-3497-4ECD-AAAC-804B3DF8F9FB}"/>
              </a:ext>
            </a:extLst>
          </p:cNvPr>
          <p:cNvSpPr>
            <a:spLocks noGrp="1"/>
          </p:cNvSpPr>
          <p:nvPr>
            <p:ph type="body" sz="quarter" idx="36" hasCustomPrompt="1"/>
          </p:nvPr>
        </p:nvSpPr>
        <p:spPr>
          <a:xfrm>
            <a:off x="9514768" y="1917008"/>
            <a:ext cx="1584308" cy="1584000"/>
          </a:xfrm>
          <a:prstGeom prst="rect">
            <a:avLst/>
          </a:prstGeom>
          <a:solidFill>
            <a:srgbClr val="D7D1CC"/>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3" name="Text Placeholder 14">
            <a:extLst>
              <a:ext uri="{FF2B5EF4-FFF2-40B4-BE49-F238E27FC236}">
                <a16:creationId xmlns:a16="http://schemas.microsoft.com/office/drawing/2014/main" id="{E0498A31-1633-4E6B-8EAE-AF4FDE6233F0}"/>
              </a:ext>
            </a:extLst>
          </p:cNvPr>
          <p:cNvSpPr>
            <a:spLocks noGrp="1"/>
          </p:cNvSpPr>
          <p:nvPr>
            <p:ph type="body" sz="quarter" idx="37" hasCustomPrompt="1"/>
          </p:nvPr>
        </p:nvSpPr>
        <p:spPr>
          <a:xfrm>
            <a:off x="9130924"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4" name="Text Placeholder 14">
            <a:extLst>
              <a:ext uri="{FF2B5EF4-FFF2-40B4-BE49-F238E27FC236}">
                <a16:creationId xmlns:a16="http://schemas.microsoft.com/office/drawing/2014/main" id="{9A54FCE6-6684-449A-86E0-142437219426}"/>
              </a:ext>
            </a:extLst>
          </p:cNvPr>
          <p:cNvSpPr>
            <a:spLocks noGrp="1"/>
          </p:cNvSpPr>
          <p:nvPr>
            <p:ph type="body" sz="quarter" idx="38"/>
          </p:nvPr>
        </p:nvSpPr>
        <p:spPr>
          <a:xfrm>
            <a:off x="9130924"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45" name="Rectangle 44">
            <a:extLst>
              <a:ext uri="{FF2B5EF4-FFF2-40B4-BE49-F238E27FC236}">
                <a16:creationId xmlns:a16="http://schemas.microsoft.com/office/drawing/2014/main" id="{895140AB-DCE2-4DB2-81B5-60470D8E34C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21" name="Picture 20">
            <a:extLst>
              <a:ext uri="{FF2B5EF4-FFF2-40B4-BE49-F238E27FC236}">
                <a16:creationId xmlns:a16="http://schemas.microsoft.com/office/drawing/2014/main" id="{83BF142C-8B85-4BCA-8B54-67CC7F92FF4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FC67645D-435A-4DA4-9CBA-77E7F4B501FE}"/>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85E88FC7-59B6-4EA9-ABA6-E3BB2E23FF81}"/>
              </a:ext>
            </a:extLst>
          </p:cNvPr>
          <p:cNvSpPr>
            <a:spLocks noGrp="1"/>
          </p:cNvSpPr>
          <p:nvPr>
            <p:ph type="dt" sz="half" idx="39"/>
          </p:nvPr>
        </p:nvSpPr>
        <p:spPr bwMode="white"/>
        <p:txBody>
          <a:bodyPr/>
          <a:lstStyle/>
          <a:p>
            <a:r>
              <a:rPr lang="en-US" dirty="0"/>
              <a:t>[Entity Name]</a:t>
            </a:r>
            <a:endParaRPr lang="en-AU" dirty="0"/>
          </a:p>
        </p:txBody>
      </p:sp>
      <p:sp>
        <p:nvSpPr>
          <p:cNvPr id="7" name="Footer Placeholder 6">
            <a:extLst>
              <a:ext uri="{FF2B5EF4-FFF2-40B4-BE49-F238E27FC236}">
                <a16:creationId xmlns:a16="http://schemas.microsoft.com/office/drawing/2014/main" id="{D9CEE3C6-C898-476B-873B-DAEEB357A992}"/>
              </a:ext>
            </a:extLst>
          </p:cNvPr>
          <p:cNvSpPr>
            <a:spLocks noGrp="1"/>
          </p:cNvSpPr>
          <p:nvPr>
            <p:ph type="ftr" sz="quarter" idx="40"/>
          </p:nvPr>
        </p:nvSpPr>
        <p:spPr/>
        <p:txBody>
          <a:bodyPr/>
          <a:lstStyle/>
          <a:p>
            <a:r>
              <a:rPr lang="en-AU"/>
              <a:t>[Presentation Title] | [Date]</a:t>
            </a:r>
            <a:endParaRPr lang="en-AU" dirty="0"/>
          </a:p>
        </p:txBody>
      </p:sp>
      <p:sp>
        <p:nvSpPr>
          <p:cNvPr id="8" name="Slide Number Placeholder 7">
            <a:extLst>
              <a:ext uri="{FF2B5EF4-FFF2-40B4-BE49-F238E27FC236}">
                <a16:creationId xmlns:a16="http://schemas.microsoft.com/office/drawing/2014/main" id="{4CEACAED-B859-46A5-951B-270C91500FC6}"/>
              </a:ext>
            </a:extLst>
          </p:cNvPr>
          <p:cNvSpPr>
            <a:spLocks noGrp="1"/>
          </p:cNvSpPr>
          <p:nvPr>
            <p:ph type="sldNum" sz="quarter" idx="4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368918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with Dark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3"/>
            <a:ext cx="5400673" cy="4608515"/>
          </a:xfrm>
          <a:prstGeom prst="rect">
            <a:avLst/>
          </a:prstGeom>
          <a:solidFill>
            <a:schemeClr val="accent1"/>
          </a:solidFill>
        </p:spPr>
        <p:txBody>
          <a:bodyPr anchor="ctr">
            <a:normAutofit/>
          </a:bodyPr>
          <a:lstStyle>
            <a:lvl1pPr algn="ctr">
              <a:defRPr sz="1800">
                <a:solidFill>
                  <a:schemeClr val="bg1"/>
                </a:solidFill>
              </a:defRPr>
            </a:lvl1pPr>
          </a:lstStyle>
          <a:p>
            <a:pPr lvl="0"/>
            <a:r>
              <a:rPr lang="en-US"/>
              <a:t>Edit Master text styles</a:t>
            </a:r>
          </a:p>
        </p:txBody>
      </p:sp>
      <p:sp>
        <p:nvSpPr>
          <p:cNvPr id="10" name="Text Placeholder 5">
            <a:extLst>
              <a:ext uri="{FF2B5EF4-FFF2-40B4-BE49-F238E27FC236}">
                <a16:creationId xmlns:a16="http://schemas.microsoft.com/office/drawing/2014/main" id="{17F97712-4CC3-452D-A157-BEE84E80571D}"/>
              </a:ext>
            </a:extLst>
          </p:cNvPr>
          <p:cNvSpPr>
            <a:spLocks noGrp="1"/>
          </p:cNvSpPr>
          <p:nvPr>
            <p:ph type="body" sz="quarter" idx="15"/>
          </p:nvPr>
        </p:nvSpPr>
        <p:spPr>
          <a:xfrm>
            <a:off x="695326" y="1700213"/>
            <a:ext cx="5197808"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spcAft>
                <a:spcPts val="600"/>
              </a:spcAft>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F5F6752E-685A-46CF-8D29-A5D4E0013D21}"/>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6DD1DFD8-8A09-48BC-87A4-4F57F6D6FE1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976C9786-9794-4BE5-BBFE-4B339825F287}"/>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Title 1">
            <a:extLst>
              <a:ext uri="{FF2B5EF4-FFF2-40B4-BE49-F238E27FC236}">
                <a16:creationId xmlns:a16="http://schemas.microsoft.com/office/drawing/2014/main" id="{A9EE0658-31AB-4AA9-B241-6C41D88C9769}"/>
              </a:ext>
            </a:extLst>
          </p:cNvPr>
          <p:cNvSpPr>
            <a:spLocks noGrp="1"/>
          </p:cNvSpPr>
          <p:nvPr>
            <p:ph type="title" hasCustomPrompt="1"/>
          </p:nvPr>
        </p:nvSpPr>
        <p:spPr/>
        <p:txBody>
          <a:bodyPr/>
          <a:lstStyle/>
          <a:p>
            <a:r>
              <a:rPr lang="en-US" dirty="0"/>
              <a:t>to edit Master title style</a:t>
            </a:r>
            <a:endParaRPr lang="en-AU" dirty="0"/>
          </a:p>
        </p:txBody>
      </p:sp>
      <p:sp>
        <p:nvSpPr>
          <p:cNvPr id="6" name="Date Placeholder 5">
            <a:extLst>
              <a:ext uri="{FF2B5EF4-FFF2-40B4-BE49-F238E27FC236}">
                <a16:creationId xmlns:a16="http://schemas.microsoft.com/office/drawing/2014/main" id="{69AFECAB-12EA-4AAC-BBB9-72070BF5947B}"/>
              </a:ext>
            </a:extLst>
          </p:cNvPr>
          <p:cNvSpPr>
            <a:spLocks noGrp="1"/>
          </p:cNvSpPr>
          <p:nvPr>
            <p:ph type="dt" sz="half" idx="18"/>
          </p:nvPr>
        </p:nvSpPr>
        <p:spPr bwMode="white"/>
        <p:txBody>
          <a:bodyPr/>
          <a:lstStyle/>
          <a:p>
            <a:r>
              <a:rPr lang="en-US" dirty="0"/>
              <a:t>[Entity Name]</a:t>
            </a:r>
            <a:endParaRPr lang="en-AU" dirty="0"/>
          </a:p>
        </p:txBody>
      </p:sp>
      <p:sp>
        <p:nvSpPr>
          <p:cNvPr id="8" name="Footer Placeholder 7">
            <a:extLst>
              <a:ext uri="{FF2B5EF4-FFF2-40B4-BE49-F238E27FC236}">
                <a16:creationId xmlns:a16="http://schemas.microsoft.com/office/drawing/2014/main" id="{BDEE6526-1DB9-4ECD-86C1-1BB926D7D9FA}"/>
              </a:ext>
            </a:extLst>
          </p:cNvPr>
          <p:cNvSpPr>
            <a:spLocks noGrp="1"/>
          </p:cNvSpPr>
          <p:nvPr>
            <p:ph type="ftr" sz="quarter" idx="19"/>
          </p:nvPr>
        </p:nvSpPr>
        <p:spPr/>
        <p:txBody>
          <a:bodyPr/>
          <a:lstStyle/>
          <a:p>
            <a:r>
              <a:rPr lang="en-AU"/>
              <a:t>[Presentation Title] | [Date]</a:t>
            </a:r>
            <a:endParaRPr lang="en-AU" dirty="0"/>
          </a:p>
        </p:txBody>
      </p:sp>
      <p:sp>
        <p:nvSpPr>
          <p:cNvPr id="12" name="Slide Number Placeholder 11">
            <a:extLst>
              <a:ext uri="{FF2B5EF4-FFF2-40B4-BE49-F238E27FC236}">
                <a16:creationId xmlns:a16="http://schemas.microsoft.com/office/drawing/2014/main" id="{B640CA88-D0CE-4C3C-BA4A-CB5E62584F1F}"/>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0246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with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2"/>
            <a:ext cx="5400673" cy="4608513"/>
          </a:xfrm>
          <a:prstGeom prst="rect">
            <a:avLst/>
          </a:prstGeom>
          <a:solidFill>
            <a:srgbClr val="962A8B"/>
          </a:solidFill>
        </p:spPr>
        <p:txBody>
          <a:bodyPr anchor="ctr">
            <a:normAutofit/>
          </a:bodyPr>
          <a:lstStyle>
            <a:lvl1pPr algn="ctr">
              <a:defRPr sz="1800">
                <a:solidFill>
                  <a:schemeClr val="bg1"/>
                </a:solidFill>
              </a:defRPr>
            </a:lvl1pPr>
          </a:lstStyle>
          <a:p>
            <a:pPr lvl="0"/>
            <a:r>
              <a:rPr lang="en-US"/>
              <a:t>Edit Master text styles</a:t>
            </a:r>
          </a:p>
        </p:txBody>
      </p:sp>
      <p:sp>
        <p:nvSpPr>
          <p:cNvPr id="8" name="Text Placeholder 5">
            <a:extLst>
              <a:ext uri="{FF2B5EF4-FFF2-40B4-BE49-F238E27FC236}">
                <a16:creationId xmlns:a16="http://schemas.microsoft.com/office/drawing/2014/main" id="{1500BB1C-3C6B-46AF-8AA4-A4BA72712C80}"/>
              </a:ext>
            </a:extLst>
          </p:cNvPr>
          <p:cNvSpPr>
            <a:spLocks noGrp="1"/>
          </p:cNvSpPr>
          <p:nvPr>
            <p:ph type="body" sz="quarter" idx="15"/>
          </p:nvPr>
        </p:nvSpPr>
        <p:spPr>
          <a:xfrm>
            <a:off x="694800" y="1700212"/>
            <a:ext cx="5209113" cy="4608516"/>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8574EA24-97F9-47A1-937E-B8E4F532769A}"/>
              </a:ext>
            </a:extLst>
          </p:cNvPr>
          <p:cNvSpPr>
            <a:spLocks noGrp="1"/>
          </p:cNvSpPr>
          <p:nvPr>
            <p:ph type="title"/>
          </p:nvPr>
        </p:nvSpPr>
        <p:spPr/>
        <p:txBody>
          <a:bodyPr/>
          <a:lstStyle/>
          <a:p>
            <a:r>
              <a:rPr lang="en-US"/>
              <a:t>Click to edit Master title style</a:t>
            </a:r>
            <a:endParaRPr lang="en-AU" dirty="0"/>
          </a:p>
        </p:txBody>
      </p:sp>
      <p:sp>
        <p:nvSpPr>
          <p:cNvPr id="13" name="Text Placeholder 5">
            <a:extLst>
              <a:ext uri="{FF2B5EF4-FFF2-40B4-BE49-F238E27FC236}">
                <a16:creationId xmlns:a16="http://schemas.microsoft.com/office/drawing/2014/main" id="{B11690AC-7C51-47ED-9DD6-4A98D2E79BBF}"/>
              </a:ext>
            </a:extLst>
          </p:cNvPr>
          <p:cNvSpPr>
            <a:spLocks noGrp="1"/>
          </p:cNvSpPr>
          <p:nvPr>
            <p:ph type="body" sz="quarter" idx="19"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F2CACF9F-55D3-4152-BDFF-84674C07B2B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5" name="Picture 14">
            <a:extLst>
              <a:ext uri="{FF2B5EF4-FFF2-40B4-BE49-F238E27FC236}">
                <a16:creationId xmlns:a16="http://schemas.microsoft.com/office/drawing/2014/main" id="{3574170D-AC78-463A-B8E0-8E87954EAB8D}"/>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BEEBA455-94D3-4DB8-AAFA-811D610E138C}"/>
              </a:ext>
            </a:extLst>
          </p:cNvPr>
          <p:cNvSpPr>
            <a:spLocks noGrp="1"/>
          </p:cNvSpPr>
          <p:nvPr>
            <p:ph type="dt" sz="half" idx="20"/>
          </p:nvPr>
        </p:nvSpPr>
        <p:spPr bwMode="white"/>
        <p:txBody>
          <a:bodyPr/>
          <a:lstStyle/>
          <a:p>
            <a:r>
              <a:rPr lang="en-US" dirty="0"/>
              <a:t>[Entity Name]</a:t>
            </a:r>
            <a:endParaRPr lang="en-AU" dirty="0"/>
          </a:p>
        </p:txBody>
      </p:sp>
      <p:sp>
        <p:nvSpPr>
          <p:cNvPr id="3" name="Footer Placeholder 2">
            <a:extLst>
              <a:ext uri="{FF2B5EF4-FFF2-40B4-BE49-F238E27FC236}">
                <a16:creationId xmlns:a16="http://schemas.microsoft.com/office/drawing/2014/main" id="{F7DAA7FD-BD90-42A7-ADCE-A909D39619CD}"/>
              </a:ext>
            </a:extLst>
          </p:cNvPr>
          <p:cNvSpPr>
            <a:spLocks noGrp="1"/>
          </p:cNvSpPr>
          <p:nvPr>
            <p:ph type="ftr" sz="quarter" idx="21"/>
          </p:nvPr>
        </p:nvSpPr>
        <p:spPr/>
        <p:txBody>
          <a:bodyPr/>
          <a:lstStyle/>
          <a:p>
            <a:r>
              <a:rPr lang="en-AU"/>
              <a:t>[Presentation Title] | [Date]</a:t>
            </a:r>
            <a:endParaRPr lang="en-AU" dirty="0"/>
          </a:p>
        </p:txBody>
      </p:sp>
      <p:sp>
        <p:nvSpPr>
          <p:cNvPr id="4" name="Slide Number Placeholder 3">
            <a:extLst>
              <a:ext uri="{FF2B5EF4-FFF2-40B4-BE49-F238E27FC236}">
                <a16:creationId xmlns:a16="http://schemas.microsoft.com/office/drawing/2014/main" id="{9E1DB814-0723-41E1-87CA-20F94C28B05E}"/>
              </a:ext>
            </a:extLst>
          </p:cNvPr>
          <p:cNvSpPr>
            <a:spLocks noGrp="1"/>
          </p:cNvSpPr>
          <p:nvPr>
            <p:ph type="sldNum" sz="quarter" idx="22"/>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989921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with Neutral 1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3" y="1700213"/>
            <a:ext cx="5400672" cy="4608515"/>
          </a:xfrm>
          <a:prstGeom prst="rect">
            <a:avLst/>
          </a:prstGeom>
          <a:solidFill>
            <a:srgbClr val="D7D1CC"/>
          </a:solidFill>
        </p:spPr>
        <p:txBody>
          <a:bodyPr anchor="ctr">
            <a:normAutofit/>
          </a:bodyPr>
          <a:lstStyle>
            <a:lvl1pPr algn="ctr">
              <a:defRPr sz="1800">
                <a:solidFill>
                  <a:schemeClr val="tx1"/>
                </a:solidFill>
              </a:defRPr>
            </a:lvl1pPr>
          </a:lstStyle>
          <a:p>
            <a:pPr lvl="0"/>
            <a:r>
              <a:rPr lang="en-US"/>
              <a:t>Edit Master text styles</a:t>
            </a:r>
          </a:p>
        </p:txBody>
      </p:sp>
      <p:sp>
        <p:nvSpPr>
          <p:cNvPr id="10" name="Text Placeholder 5">
            <a:extLst>
              <a:ext uri="{FF2B5EF4-FFF2-40B4-BE49-F238E27FC236}">
                <a16:creationId xmlns:a16="http://schemas.microsoft.com/office/drawing/2014/main" id="{643BCE34-49B7-4BA0-8263-6432C37E47F9}"/>
              </a:ext>
            </a:extLst>
          </p:cNvPr>
          <p:cNvSpPr>
            <a:spLocks noGrp="1"/>
          </p:cNvSpPr>
          <p:nvPr>
            <p:ph type="body" sz="quarter" idx="15"/>
          </p:nvPr>
        </p:nvSpPr>
        <p:spPr>
          <a:xfrm>
            <a:off x="694800" y="1700213"/>
            <a:ext cx="5209113"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Title 4">
            <a:extLst>
              <a:ext uri="{FF2B5EF4-FFF2-40B4-BE49-F238E27FC236}">
                <a16:creationId xmlns:a16="http://schemas.microsoft.com/office/drawing/2014/main" id="{5045A20B-3961-4824-8B5F-429563405594}"/>
              </a:ext>
            </a:extLst>
          </p:cNvPr>
          <p:cNvSpPr>
            <a:spLocks noGrp="1"/>
          </p:cNvSpPr>
          <p:nvPr>
            <p:ph type="title"/>
          </p:nvPr>
        </p:nvSpPr>
        <p:spPr/>
        <p:txBody>
          <a:bodyPr/>
          <a:lstStyle/>
          <a:p>
            <a:r>
              <a:rPr lang="en-US"/>
              <a:t>Click to edit Master title style</a:t>
            </a:r>
            <a:endParaRPr lang="en-AU" dirty="0"/>
          </a:p>
        </p:txBody>
      </p:sp>
      <p:sp>
        <p:nvSpPr>
          <p:cNvPr id="9" name="Text Placeholder 5">
            <a:extLst>
              <a:ext uri="{FF2B5EF4-FFF2-40B4-BE49-F238E27FC236}">
                <a16:creationId xmlns:a16="http://schemas.microsoft.com/office/drawing/2014/main" id="{DB36345A-6B2C-4967-909A-6BAA4D16DEDF}"/>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2DA7A291-5EAC-486D-928E-F46ED8B55AD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CD6EAF7D-7C9B-4789-AC1C-A7AF349D1D2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Date Placeholder 5">
            <a:extLst>
              <a:ext uri="{FF2B5EF4-FFF2-40B4-BE49-F238E27FC236}">
                <a16:creationId xmlns:a16="http://schemas.microsoft.com/office/drawing/2014/main" id="{B7E5C78F-E1DA-41DF-B969-597539E60F5D}"/>
              </a:ext>
            </a:extLst>
          </p:cNvPr>
          <p:cNvSpPr>
            <a:spLocks noGrp="1"/>
          </p:cNvSpPr>
          <p:nvPr>
            <p:ph type="dt" sz="half" idx="18"/>
          </p:nvPr>
        </p:nvSpPr>
        <p:spPr bwMode="white"/>
        <p:txBody>
          <a:bodyPr/>
          <a:lstStyle/>
          <a:p>
            <a:r>
              <a:rPr lang="en-US" dirty="0"/>
              <a:t>[Entity Name]</a:t>
            </a:r>
            <a:endParaRPr lang="en-AU" dirty="0"/>
          </a:p>
        </p:txBody>
      </p:sp>
      <p:sp>
        <p:nvSpPr>
          <p:cNvPr id="8" name="Footer Placeholder 7">
            <a:extLst>
              <a:ext uri="{FF2B5EF4-FFF2-40B4-BE49-F238E27FC236}">
                <a16:creationId xmlns:a16="http://schemas.microsoft.com/office/drawing/2014/main" id="{F8E8DCA5-91C8-4DF9-B37E-735B2EA5D36B}"/>
              </a:ext>
            </a:extLst>
          </p:cNvPr>
          <p:cNvSpPr>
            <a:spLocks noGrp="1"/>
          </p:cNvSpPr>
          <p:nvPr>
            <p:ph type="ftr" sz="quarter" idx="19"/>
          </p:nvPr>
        </p:nvSpPr>
        <p:spPr/>
        <p:txBody>
          <a:bodyPr/>
          <a:lstStyle/>
          <a:p>
            <a:r>
              <a:rPr lang="en-AU"/>
              <a:t>[Presentation Title] | [Date]</a:t>
            </a:r>
            <a:endParaRPr lang="en-AU" dirty="0"/>
          </a:p>
        </p:txBody>
      </p:sp>
      <p:sp>
        <p:nvSpPr>
          <p:cNvPr id="12" name="Slide Number Placeholder 11">
            <a:extLst>
              <a:ext uri="{FF2B5EF4-FFF2-40B4-BE49-F238E27FC236}">
                <a16:creationId xmlns:a16="http://schemas.microsoft.com/office/drawing/2014/main" id="{BFFC83A9-C0D2-49A3-AC00-E1A4A64271B0}"/>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57599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with Neutral 2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3"/>
            <a:ext cx="5400673" cy="4608512"/>
          </a:xfrm>
          <a:prstGeom prst="rect">
            <a:avLst/>
          </a:prstGeom>
          <a:solidFill>
            <a:srgbClr val="999490"/>
          </a:solidFill>
        </p:spPr>
        <p:txBody>
          <a:bodyPr anchor="ctr">
            <a:normAutofit/>
          </a:bodyPr>
          <a:lstStyle>
            <a:lvl1pPr algn="ctr">
              <a:defRPr sz="1800">
                <a:solidFill>
                  <a:schemeClr val="bg1"/>
                </a:solidFill>
              </a:defRPr>
            </a:lvl1pPr>
          </a:lstStyle>
          <a:p>
            <a:pPr lvl="0"/>
            <a:r>
              <a:rPr lang="en-US"/>
              <a:t>Edit Master text styles</a:t>
            </a:r>
          </a:p>
        </p:txBody>
      </p:sp>
      <p:sp>
        <p:nvSpPr>
          <p:cNvPr id="9" name="Text Placeholder 5">
            <a:extLst>
              <a:ext uri="{FF2B5EF4-FFF2-40B4-BE49-F238E27FC236}">
                <a16:creationId xmlns:a16="http://schemas.microsoft.com/office/drawing/2014/main" id="{00D8A284-12F0-43E7-820E-1E72AC40E17F}"/>
              </a:ext>
            </a:extLst>
          </p:cNvPr>
          <p:cNvSpPr>
            <a:spLocks noGrp="1"/>
          </p:cNvSpPr>
          <p:nvPr>
            <p:ph type="body" sz="quarter" idx="15"/>
          </p:nvPr>
        </p:nvSpPr>
        <p:spPr>
          <a:xfrm>
            <a:off x="694800" y="1700212"/>
            <a:ext cx="5209113"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F3255835-9B81-4FE6-A19A-BDEACE6D532E}"/>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FE5F36F7-9D4E-4EA5-882E-DEDD94B59C30}"/>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13000394-8C62-4535-AFCB-49065079CFAF}"/>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A9739123-EB1E-4E5F-B70D-F7DEE2CEE7E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9C8F0C86-E17F-4FB6-93F4-7CD03DCBD834}"/>
              </a:ext>
            </a:extLst>
          </p:cNvPr>
          <p:cNvSpPr>
            <a:spLocks noGrp="1"/>
          </p:cNvSpPr>
          <p:nvPr>
            <p:ph type="dt" sz="half" idx="18"/>
          </p:nvPr>
        </p:nvSpPr>
        <p:spPr bwMode="white"/>
        <p:txBody>
          <a:bodyPr/>
          <a:lstStyle/>
          <a:p>
            <a:r>
              <a:rPr lang="en-US" dirty="0"/>
              <a:t>[Entity Name]</a:t>
            </a:r>
            <a:endParaRPr lang="en-AU" dirty="0"/>
          </a:p>
        </p:txBody>
      </p:sp>
      <p:sp>
        <p:nvSpPr>
          <p:cNvPr id="8" name="Footer Placeholder 7">
            <a:extLst>
              <a:ext uri="{FF2B5EF4-FFF2-40B4-BE49-F238E27FC236}">
                <a16:creationId xmlns:a16="http://schemas.microsoft.com/office/drawing/2014/main" id="{16DA6B27-3249-4E2E-BD52-822F0E96F786}"/>
              </a:ext>
            </a:extLst>
          </p:cNvPr>
          <p:cNvSpPr>
            <a:spLocks noGrp="1"/>
          </p:cNvSpPr>
          <p:nvPr>
            <p:ph type="ftr" sz="quarter" idx="19"/>
          </p:nvPr>
        </p:nvSpPr>
        <p:spPr/>
        <p:txBody>
          <a:bodyPr/>
          <a:lstStyle/>
          <a:p>
            <a:r>
              <a:rPr lang="en-AU"/>
              <a:t>[Presentation Title] | [Date]</a:t>
            </a:r>
            <a:endParaRPr lang="en-AU" dirty="0"/>
          </a:p>
        </p:txBody>
      </p:sp>
      <p:sp>
        <p:nvSpPr>
          <p:cNvPr id="12" name="Slide Number Placeholder 11">
            <a:extLst>
              <a:ext uri="{FF2B5EF4-FFF2-40B4-BE49-F238E27FC236}">
                <a16:creationId xmlns:a16="http://schemas.microsoft.com/office/drawing/2014/main" id="{D28ACE60-DF21-472F-8FF6-A086BB2C1141}"/>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50285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Pullouts">
    <p:spTree>
      <p:nvGrpSpPr>
        <p:cNvPr id="1" name=""/>
        <p:cNvGrpSpPr/>
        <p:nvPr/>
      </p:nvGrpSpPr>
      <p:grpSpPr>
        <a:xfrm>
          <a:off x="0" y="0"/>
          <a:ext cx="0" cy="0"/>
          <a:chOff x="0" y="0"/>
          <a:chExt cx="0" cy="0"/>
        </a:xfrm>
      </p:grpSpPr>
      <p:sp>
        <p:nvSpPr>
          <p:cNvPr id="13" name="Text Placeholder 6">
            <a:extLst>
              <a:ext uri="{FF2B5EF4-FFF2-40B4-BE49-F238E27FC236}">
                <a16:creationId xmlns:a16="http://schemas.microsoft.com/office/drawing/2014/main" id="{EA75515C-08B2-490C-B8D9-273E0B4B793E}"/>
              </a:ext>
            </a:extLst>
          </p:cNvPr>
          <p:cNvSpPr>
            <a:spLocks noGrp="1"/>
          </p:cNvSpPr>
          <p:nvPr>
            <p:ph type="body" sz="quarter" idx="21" hasCustomPrompt="1"/>
          </p:nvPr>
        </p:nvSpPr>
        <p:spPr>
          <a:xfrm>
            <a:off x="8112127" y="1700213"/>
            <a:ext cx="3384548" cy="4615710"/>
          </a:xfrm>
          <a:prstGeom prst="rect">
            <a:avLst/>
          </a:prstGeom>
          <a:solidFill>
            <a:schemeClr val="accent1"/>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60070F8D-A181-4941-8E6E-89B3B6A120EA}"/>
              </a:ext>
            </a:extLst>
          </p:cNvPr>
          <p:cNvSpPr>
            <a:spLocks noGrp="1"/>
          </p:cNvSpPr>
          <p:nvPr>
            <p:ph type="body" sz="quarter" idx="18"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Text Placeholder 6">
            <a:extLst>
              <a:ext uri="{FF2B5EF4-FFF2-40B4-BE49-F238E27FC236}">
                <a16:creationId xmlns:a16="http://schemas.microsoft.com/office/drawing/2014/main" id="{5A8D97C9-2BD4-40D2-8A9C-5D0FDC041E5C}"/>
              </a:ext>
            </a:extLst>
          </p:cNvPr>
          <p:cNvSpPr>
            <a:spLocks noGrp="1"/>
          </p:cNvSpPr>
          <p:nvPr>
            <p:ph type="body" sz="quarter" idx="19" hasCustomPrompt="1"/>
          </p:nvPr>
        </p:nvSpPr>
        <p:spPr>
          <a:xfrm>
            <a:off x="695328" y="1700213"/>
            <a:ext cx="3384548" cy="4615710"/>
          </a:xfrm>
          <a:prstGeom prst="rect">
            <a:avLst/>
          </a:prstGeom>
          <a:solidFill>
            <a:srgbClr val="962A8B"/>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2" name="Text Placeholder 6">
            <a:extLst>
              <a:ext uri="{FF2B5EF4-FFF2-40B4-BE49-F238E27FC236}">
                <a16:creationId xmlns:a16="http://schemas.microsoft.com/office/drawing/2014/main" id="{2409A6CC-1C55-4870-8E22-205BA52568D4}"/>
              </a:ext>
            </a:extLst>
          </p:cNvPr>
          <p:cNvSpPr>
            <a:spLocks noGrp="1"/>
          </p:cNvSpPr>
          <p:nvPr>
            <p:ph type="body" sz="quarter" idx="20" hasCustomPrompt="1"/>
          </p:nvPr>
        </p:nvSpPr>
        <p:spPr>
          <a:xfrm>
            <a:off x="4387255" y="1692905"/>
            <a:ext cx="3384548" cy="4615710"/>
          </a:xfrm>
          <a:prstGeom prst="rect">
            <a:avLst/>
          </a:prstGeom>
          <a:solidFill>
            <a:srgbClr val="999490"/>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4" name="Rectangle 13">
            <a:extLst>
              <a:ext uri="{FF2B5EF4-FFF2-40B4-BE49-F238E27FC236}">
                <a16:creationId xmlns:a16="http://schemas.microsoft.com/office/drawing/2014/main" id="{1E1AC039-02E7-49D5-B557-F29BDF128A9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6" name="Picture 15">
            <a:extLst>
              <a:ext uri="{FF2B5EF4-FFF2-40B4-BE49-F238E27FC236}">
                <a16:creationId xmlns:a16="http://schemas.microsoft.com/office/drawing/2014/main" id="{7AE48569-D32E-4698-B1DF-F6D3A1B423B0}"/>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0E118496-7854-4AD0-8A2D-922EA1AA164D}"/>
              </a:ext>
            </a:extLst>
          </p:cNvPr>
          <p:cNvSpPr>
            <a:spLocks noGrp="1"/>
          </p:cNvSpPr>
          <p:nvPr>
            <p:ph type="dt" sz="half" idx="22"/>
          </p:nvPr>
        </p:nvSpPr>
        <p:spPr bwMode="white"/>
        <p:txBody>
          <a:bodyPr/>
          <a:lstStyle/>
          <a:p>
            <a:r>
              <a:rPr lang="en-US" dirty="0"/>
              <a:t>[Entity Name]</a:t>
            </a:r>
            <a:endParaRPr lang="en-AU" dirty="0"/>
          </a:p>
        </p:txBody>
      </p:sp>
      <p:sp>
        <p:nvSpPr>
          <p:cNvPr id="7" name="Footer Placeholder 6">
            <a:extLst>
              <a:ext uri="{FF2B5EF4-FFF2-40B4-BE49-F238E27FC236}">
                <a16:creationId xmlns:a16="http://schemas.microsoft.com/office/drawing/2014/main" id="{CB490FF1-595C-4C0F-8493-0452D9413FEC}"/>
              </a:ext>
            </a:extLst>
          </p:cNvPr>
          <p:cNvSpPr>
            <a:spLocks noGrp="1"/>
          </p:cNvSpPr>
          <p:nvPr>
            <p:ph type="ftr" sz="quarter" idx="23"/>
          </p:nvPr>
        </p:nvSpPr>
        <p:spPr/>
        <p:txBody>
          <a:bodyPr/>
          <a:lstStyle/>
          <a:p>
            <a:r>
              <a:rPr lang="en-AU"/>
              <a:t>[Presentation Title] | [Date]</a:t>
            </a:r>
            <a:endParaRPr lang="en-AU" dirty="0"/>
          </a:p>
        </p:txBody>
      </p:sp>
      <p:sp>
        <p:nvSpPr>
          <p:cNvPr id="8" name="Slide Number Placeholder 7">
            <a:extLst>
              <a:ext uri="{FF2B5EF4-FFF2-40B4-BE49-F238E27FC236}">
                <a16:creationId xmlns:a16="http://schemas.microsoft.com/office/drawing/2014/main" id="{991171E7-B6F7-4135-91FD-8404DE6A1A00}"/>
              </a:ext>
            </a:extLst>
          </p:cNvPr>
          <p:cNvSpPr>
            <a:spLocks noGrp="1"/>
          </p:cNvSpPr>
          <p:nvPr>
            <p:ph type="sldNum" sz="quarter" idx="24"/>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4028239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Multi-layout 1">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C06D0029-C709-49E4-ADBE-DE71FBF91E19}"/>
              </a:ext>
            </a:extLst>
          </p:cNvPr>
          <p:cNvSpPr>
            <a:spLocks noGrp="1"/>
          </p:cNvSpPr>
          <p:nvPr>
            <p:ph sz="quarter" idx="15"/>
          </p:nvPr>
        </p:nvSpPr>
        <p:spPr>
          <a:xfrm>
            <a:off x="694800" y="3593712"/>
            <a:ext cx="5198533" cy="2715015"/>
          </a:xfrm>
          <a:prstGeom prst="rect">
            <a:avLst/>
          </a:prstGeom>
        </p:spPr>
        <p:txBody>
          <a:bodyPr/>
          <a:lstStyle>
            <a:lvl1pPr>
              <a:defRPr lang="en-US" dirty="0" smtClean="0"/>
            </a:lvl1pPr>
            <a:lvl2pPr>
              <a:defRPr lang="en-US" dirty="0" smtClean="0"/>
            </a:lvl2pPr>
            <a:lvl3pPr>
              <a:defRPr lang="en-US" dirty="0" smtClean="0"/>
            </a:lvl3pPr>
            <a:lvl4pPr>
              <a:defRPr lang="en-US" dirty="0" smtClean="0"/>
            </a:lvl4pPr>
            <a:lvl5pPr>
              <a:defRPr lang="en-US" dirty="0" smtClean="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4" name="Content Placeholder 13">
            <a:extLst>
              <a:ext uri="{FF2B5EF4-FFF2-40B4-BE49-F238E27FC236}">
                <a16:creationId xmlns:a16="http://schemas.microsoft.com/office/drawing/2014/main" id="{842AA681-0A5C-4843-AFF7-8900ED2A6D68}"/>
              </a:ext>
            </a:extLst>
          </p:cNvPr>
          <p:cNvSpPr>
            <a:spLocks noGrp="1"/>
          </p:cNvSpPr>
          <p:nvPr>
            <p:ph sz="quarter" idx="16" hasCustomPrompt="1"/>
          </p:nvPr>
        </p:nvSpPr>
        <p:spPr>
          <a:xfrm>
            <a:off x="6288618" y="2024810"/>
            <a:ext cx="5198400" cy="2427894"/>
          </a:xfrm>
          <a:prstGeom prst="rect">
            <a:avLst/>
          </a:prstGeom>
        </p:spPr>
        <p:txBody>
          <a:bodyPr/>
          <a:lstStyle>
            <a:lvl1pPr>
              <a:defRPr/>
            </a:lvl1pPr>
          </a:lstStyle>
          <a:p>
            <a:pPr lvl="0"/>
            <a:r>
              <a:rPr lang="en-US" dirty="0"/>
              <a:t> </a:t>
            </a:r>
            <a:endParaRPr lang="en-AU" dirty="0"/>
          </a:p>
        </p:txBody>
      </p:sp>
      <p:sp>
        <p:nvSpPr>
          <p:cNvPr id="16" name="Content Placeholder 11">
            <a:extLst>
              <a:ext uri="{FF2B5EF4-FFF2-40B4-BE49-F238E27FC236}">
                <a16:creationId xmlns:a16="http://schemas.microsoft.com/office/drawing/2014/main" id="{C1A5F930-F83B-4616-AC17-D7231CE87421}"/>
              </a:ext>
            </a:extLst>
          </p:cNvPr>
          <p:cNvSpPr>
            <a:spLocks noGrp="1"/>
          </p:cNvSpPr>
          <p:nvPr>
            <p:ph sz="quarter" idx="17"/>
          </p:nvPr>
        </p:nvSpPr>
        <p:spPr>
          <a:xfrm>
            <a:off x="6288619" y="4602158"/>
            <a:ext cx="5198533" cy="1700191"/>
          </a:xfrm>
          <a:prstGeom prst="rect">
            <a:avLst/>
          </a:prstGeo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0ABFF14A-9BDE-42F0-AA14-E13CCFE3E4FE}"/>
              </a:ext>
            </a:extLst>
          </p:cNvPr>
          <p:cNvSpPr>
            <a:spLocks noGrp="1"/>
          </p:cNvSpPr>
          <p:nvPr>
            <p:ph type="body" sz="quarter" idx="18"/>
          </p:nvPr>
        </p:nvSpPr>
        <p:spPr>
          <a:xfrm>
            <a:off x="694800" y="1700808"/>
            <a:ext cx="5198532" cy="1743450"/>
          </a:xfrm>
          <a:prstGeom prst="rect">
            <a:avLst/>
          </a:prstGeom>
        </p:spPr>
        <p:txBody>
          <a:bodyPr/>
          <a:lstStyle/>
          <a:p>
            <a:pPr lvl="0"/>
            <a:r>
              <a:rPr lang="en-US"/>
              <a:t>Edit Master text styles</a:t>
            </a:r>
          </a:p>
        </p:txBody>
      </p:sp>
      <p:sp>
        <p:nvSpPr>
          <p:cNvPr id="13" name="Content Placeholder 11">
            <a:extLst>
              <a:ext uri="{FF2B5EF4-FFF2-40B4-BE49-F238E27FC236}">
                <a16:creationId xmlns:a16="http://schemas.microsoft.com/office/drawing/2014/main" id="{47FC4A52-417F-4863-97DD-E656EA43AC92}"/>
              </a:ext>
            </a:extLst>
          </p:cNvPr>
          <p:cNvSpPr>
            <a:spLocks noGrp="1"/>
          </p:cNvSpPr>
          <p:nvPr>
            <p:ph sz="quarter" idx="19" hasCustomPrompt="1"/>
          </p:nvPr>
        </p:nvSpPr>
        <p:spPr>
          <a:xfrm>
            <a:off x="6288619" y="1700809"/>
            <a:ext cx="5198533" cy="324000"/>
          </a:xfrm>
          <a:prstGeom prst="rect">
            <a:avLst/>
          </a:prstGeom>
        </p:spPr>
        <p:txBody>
          <a:bodyPr>
            <a:normAutofit/>
          </a:bodyPr>
          <a:lstStyle>
            <a:lvl5pPr>
              <a:defRPr lang="en-AU" sz="2000" b="1" dirty="0"/>
            </a:lvl5pPr>
          </a:lstStyle>
          <a:p>
            <a:pPr lvl="4"/>
            <a:r>
              <a:rPr lang="en-US" dirty="0"/>
              <a:t>Fifth level</a:t>
            </a:r>
            <a:endParaRPr lang="en-AU" dirty="0"/>
          </a:p>
        </p:txBody>
      </p:sp>
      <p:sp>
        <p:nvSpPr>
          <p:cNvPr id="7" name="Title 6">
            <a:extLst>
              <a:ext uri="{FF2B5EF4-FFF2-40B4-BE49-F238E27FC236}">
                <a16:creationId xmlns:a16="http://schemas.microsoft.com/office/drawing/2014/main" id="{5A696586-6988-4D6B-BE2D-2C0EDF447A61}"/>
              </a:ext>
            </a:extLst>
          </p:cNvPr>
          <p:cNvSpPr>
            <a:spLocks noGrp="1"/>
          </p:cNvSpPr>
          <p:nvPr>
            <p:ph type="title"/>
          </p:nvPr>
        </p:nvSpPr>
        <p:spPr/>
        <p:txBody>
          <a:bodyPr/>
          <a:lstStyle/>
          <a:p>
            <a:r>
              <a:rPr lang="en-US"/>
              <a:t>Click to edit Master title style</a:t>
            </a:r>
            <a:endParaRPr lang="en-AU" dirty="0"/>
          </a:p>
        </p:txBody>
      </p:sp>
      <p:sp>
        <p:nvSpPr>
          <p:cNvPr id="15" name="Text Placeholder 5">
            <a:extLst>
              <a:ext uri="{FF2B5EF4-FFF2-40B4-BE49-F238E27FC236}">
                <a16:creationId xmlns:a16="http://schemas.microsoft.com/office/drawing/2014/main" id="{14229EC4-696A-4791-8EB0-396DF61F7A28}"/>
              </a:ext>
            </a:extLst>
          </p:cNvPr>
          <p:cNvSpPr>
            <a:spLocks noGrp="1"/>
          </p:cNvSpPr>
          <p:nvPr>
            <p:ph type="body" sz="quarter" idx="23"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7" name="Rectangle 16">
            <a:extLst>
              <a:ext uri="{FF2B5EF4-FFF2-40B4-BE49-F238E27FC236}">
                <a16:creationId xmlns:a16="http://schemas.microsoft.com/office/drawing/2014/main" id="{FB3B4A2E-6294-4DC9-8779-3231A7E9B5C2}"/>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9" name="Picture 18">
            <a:extLst>
              <a:ext uri="{FF2B5EF4-FFF2-40B4-BE49-F238E27FC236}">
                <a16:creationId xmlns:a16="http://schemas.microsoft.com/office/drawing/2014/main" id="{4BCAB502-16F2-4A19-97A1-C081D226597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5" name="Date Placeholder 4">
            <a:extLst>
              <a:ext uri="{FF2B5EF4-FFF2-40B4-BE49-F238E27FC236}">
                <a16:creationId xmlns:a16="http://schemas.microsoft.com/office/drawing/2014/main" id="{41F506F8-588F-4C50-8AA3-03099347931D}"/>
              </a:ext>
            </a:extLst>
          </p:cNvPr>
          <p:cNvSpPr>
            <a:spLocks noGrp="1"/>
          </p:cNvSpPr>
          <p:nvPr>
            <p:ph type="dt" sz="half" idx="24"/>
          </p:nvPr>
        </p:nvSpPr>
        <p:spPr bwMode="white"/>
        <p:txBody>
          <a:bodyPr/>
          <a:lstStyle/>
          <a:p>
            <a:r>
              <a:rPr lang="en-US" dirty="0"/>
              <a:t>[Entity Name]</a:t>
            </a:r>
            <a:endParaRPr lang="en-AU" dirty="0"/>
          </a:p>
        </p:txBody>
      </p:sp>
      <p:sp>
        <p:nvSpPr>
          <p:cNvPr id="8" name="Footer Placeholder 7">
            <a:extLst>
              <a:ext uri="{FF2B5EF4-FFF2-40B4-BE49-F238E27FC236}">
                <a16:creationId xmlns:a16="http://schemas.microsoft.com/office/drawing/2014/main" id="{CEC400A7-6A57-42A4-9CC7-26ED632D030D}"/>
              </a:ext>
            </a:extLst>
          </p:cNvPr>
          <p:cNvSpPr>
            <a:spLocks noGrp="1"/>
          </p:cNvSpPr>
          <p:nvPr>
            <p:ph type="ftr" sz="quarter" idx="25"/>
          </p:nvPr>
        </p:nvSpPr>
        <p:spPr/>
        <p:txBody>
          <a:bodyPr/>
          <a:lstStyle/>
          <a:p>
            <a:r>
              <a:rPr lang="en-AU"/>
              <a:t>[Presentation Title] | [Date]</a:t>
            </a:r>
            <a:endParaRPr lang="en-AU" dirty="0"/>
          </a:p>
        </p:txBody>
      </p:sp>
      <p:sp>
        <p:nvSpPr>
          <p:cNvPr id="9" name="Slide Number Placeholder 8">
            <a:extLst>
              <a:ext uri="{FF2B5EF4-FFF2-40B4-BE49-F238E27FC236}">
                <a16:creationId xmlns:a16="http://schemas.microsoft.com/office/drawing/2014/main" id="{4BD824B6-391C-442D-8A27-0B268DB3667B}"/>
              </a:ext>
            </a:extLst>
          </p:cNvPr>
          <p:cNvSpPr>
            <a:spLocks noGrp="1"/>
          </p:cNvSpPr>
          <p:nvPr>
            <p:ph type="sldNum" sz="quarter" idx="26"/>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92118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Multi-layout 2">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1680838C-6DDD-4367-8C7B-8D49AA3A036A}"/>
              </a:ext>
            </a:extLst>
          </p:cNvPr>
          <p:cNvSpPr>
            <a:spLocks noGrp="1"/>
          </p:cNvSpPr>
          <p:nvPr>
            <p:ph sz="quarter" idx="19" hasCustomPrompt="1"/>
          </p:nvPr>
        </p:nvSpPr>
        <p:spPr>
          <a:xfrm>
            <a:off x="6286500" y="2677684"/>
            <a:ext cx="5219998" cy="1615411"/>
          </a:xfrm>
          <a:prstGeom prst="rect">
            <a:avLst/>
          </a:prstGeom>
        </p:spPr>
        <p:txBody>
          <a:bodyPr/>
          <a:lstStyle/>
          <a:p>
            <a:pPr lvl="0"/>
            <a:r>
              <a:rPr lang="en-AU" dirty="0"/>
              <a:t> </a:t>
            </a:r>
          </a:p>
        </p:txBody>
      </p:sp>
      <p:sp>
        <p:nvSpPr>
          <p:cNvPr id="20" name="Content Placeholder 18">
            <a:extLst>
              <a:ext uri="{FF2B5EF4-FFF2-40B4-BE49-F238E27FC236}">
                <a16:creationId xmlns:a16="http://schemas.microsoft.com/office/drawing/2014/main" id="{8C9CC71C-D628-4B8C-8AB1-D318B0D686CF}"/>
              </a:ext>
            </a:extLst>
          </p:cNvPr>
          <p:cNvSpPr>
            <a:spLocks noGrp="1"/>
          </p:cNvSpPr>
          <p:nvPr>
            <p:ph sz="quarter" idx="20" hasCustomPrompt="1"/>
          </p:nvPr>
        </p:nvSpPr>
        <p:spPr>
          <a:xfrm>
            <a:off x="6286500" y="4694142"/>
            <a:ext cx="5219996" cy="1615178"/>
          </a:xfrm>
          <a:prstGeom prst="rect">
            <a:avLst/>
          </a:prstGeom>
        </p:spPr>
        <p:txBody>
          <a:bodyPr/>
          <a:lstStyle>
            <a:lvl1pPr>
              <a:defRPr/>
            </a:lvl1pPr>
          </a:lstStyle>
          <a:p>
            <a:pPr lvl="0"/>
            <a:r>
              <a:rPr lang="en-US" dirty="0"/>
              <a:t> </a:t>
            </a:r>
            <a:endParaRPr lang="en-AU" dirty="0"/>
          </a:p>
        </p:txBody>
      </p:sp>
      <p:sp>
        <p:nvSpPr>
          <p:cNvPr id="12" name="Text Placeholder 5">
            <a:extLst>
              <a:ext uri="{FF2B5EF4-FFF2-40B4-BE49-F238E27FC236}">
                <a16:creationId xmlns:a16="http://schemas.microsoft.com/office/drawing/2014/main" id="{47EF0A71-527C-4177-BD73-0A32F4F3B7C2}"/>
              </a:ext>
            </a:extLst>
          </p:cNvPr>
          <p:cNvSpPr>
            <a:spLocks noGrp="1"/>
          </p:cNvSpPr>
          <p:nvPr>
            <p:ph type="body" sz="quarter" idx="25"/>
          </p:nvPr>
        </p:nvSpPr>
        <p:spPr>
          <a:xfrm>
            <a:off x="6286500" y="2279659"/>
            <a:ext cx="5222136" cy="324000"/>
          </a:xfrm>
          <a:prstGeom prst="rect">
            <a:avLst/>
          </a:prstGeom>
        </p:spPr>
        <p:txBody>
          <a:bodyPr/>
          <a:lstStyle>
            <a:lvl1pPr>
              <a:lnSpc>
                <a:spcPct val="100000"/>
              </a:lnSpc>
              <a:defRPr sz="1200" b="1">
                <a:solidFill>
                  <a:schemeClr val="accent1"/>
                </a:solidFill>
              </a:defRPr>
            </a:lvl1pPr>
            <a:lvl6pPr>
              <a:defRPr b="0"/>
            </a:lvl6pPr>
          </a:lstStyle>
          <a:p>
            <a:pPr lvl="0"/>
            <a:r>
              <a:rPr lang="en-US"/>
              <a:t>Edit Master text styles</a:t>
            </a:r>
          </a:p>
        </p:txBody>
      </p:sp>
      <p:sp>
        <p:nvSpPr>
          <p:cNvPr id="14" name="Text Placeholder 5">
            <a:extLst>
              <a:ext uri="{FF2B5EF4-FFF2-40B4-BE49-F238E27FC236}">
                <a16:creationId xmlns:a16="http://schemas.microsoft.com/office/drawing/2014/main" id="{FFFB469D-AB37-445A-8C5C-9EDAC47CC608}"/>
              </a:ext>
            </a:extLst>
          </p:cNvPr>
          <p:cNvSpPr>
            <a:spLocks noGrp="1"/>
          </p:cNvSpPr>
          <p:nvPr>
            <p:ph type="body" sz="quarter" idx="26"/>
          </p:nvPr>
        </p:nvSpPr>
        <p:spPr>
          <a:xfrm>
            <a:off x="6286500" y="4401144"/>
            <a:ext cx="5222136" cy="324000"/>
          </a:xfrm>
          <a:prstGeom prst="rect">
            <a:avLst/>
          </a:prstGeom>
        </p:spPr>
        <p:txBody>
          <a:bodyPr/>
          <a:lstStyle>
            <a:lvl1pPr>
              <a:lnSpc>
                <a:spcPct val="100000"/>
              </a:lnSpc>
              <a:defRPr sz="1200" b="1">
                <a:solidFill>
                  <a:schemeClr val="accent1"/>
                </a:solidFill>
              </a:defRPr>
            </a:lvl1pPr>
            <a:lvl6pPr>
              <a:defRPr b="0"/>
            </a:lvl6pPr>
          </a:lstStyle>
          <a:p>
            <a:pPr lvl="0"/>
            <a:r>
              <a:rPr lang="en-US"/>
              <a:t>Edit Master text styles</a:t>
            </a:r>
          </a:p>
        </p:txBody>
      </p:sp>
      <p:sp>
        <p:nvSpPr>
          <p:cNvPr id="9" name="Text Placeholder 8">
            <a:extLst>
              <a:ext uri="{FF2B5EF4-FFF2-40B4-BE49-F238E27FC236}">
                <a16:creationId xmlns:a16="http://schemas.microsoft.com/office/drawing/2014/main" id="{892F6810-4203-426A-BA3F-12E853FD972A}"/>
              </a:ext>
            </a:extLst>
          </p:cNvPr>
          <p:cNvSpPr>
            <a:spLocks noGrp="1"/>
          </p:cNvSpPr>
          <p:nvPr>
            <p:ph type="body" sz="quarter" idx="28"/>
          </p:nvPr>
        </p:nvSpPr>
        <p:spPr>
          <a:xfrm>
            <a:off x="694800" y="2279196"/>
            <a:ext cx="5183717" cy="2013899"/>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1" name="Text Placeholder 8">
            <a:extLst>
              <a:ext uri="{FF2B5EF4-FFF2-40B4-BE49-F238E27FC236}">
                <a16:creationId xmlns:a16="http://schemas.microsoft.com/office/drawing/2014/main" id="{5608E6E7-0CC5-4C1B-8095-7EA4A3FE80AB}"/>
              </a:ext>
            </a:extLst>
          </p:cNvPr>
          <p:cNvSpPr>
            <a:spLocks noGrp="1"/>
          </p:cNvSpPr>
          <p:nvPr>
            <p:ph type="body" sz="quarter" idx="29"/>
          </p:nvPr>
        </p:nvSpPr>
        <p:spPr>
          <a:xfrm>
            <a:off x="694800" y="4401144"/>
            <a:ext cx="5183717" cy="1908176"/>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p:txBody>
      </p:sp>
      <p:sp>
        <p:nvSpPr>
          <p:cNvPr id="7" name="Title 6">
            <a:extLst>
              <a:ext uri="{FF2B5EF4-FFF2-40B4-BE49-F238E27FC236}">
                <a16:creationId xmlns:a16="http://schemas.microsoft.com/office/drawing/2014/main" id="{6AE219F9-19D4-45A2-9D79-6847ED38E26C}"/>
              </a:ext>
            </a:extLst>
          </p:cNvPr>
          <p:cNvSpPr>
            <a:spLocks noGrp="1"/>
          </p:cNvSpPr>
          <p:nvPr>
            <p:ph type="title"/>
          </p:nvPr>
        </p:nvSpPr>
        <p:spPr/>
        <p:txBody>
          <a:bodyPr/>
          <a:lstStyle/>
          <a:p>
            <a:r>
              <a:rPr lang="en-US"/>
              <a:t>Click to edit Master title style</a:t>
            </a:r>
            <a:endParaRPr lang="en-AU" dirty="0"/>
          </a:p>
        </p:txBody>
      </p:sp>
      <p:sp>
        <p:nvSpPr>
          <p:cNvPr id="16" name="Text Placeholder 5">
            <a:extLst>
              <a:ext uri="{FF2B5EF4-FFF2-40B4-BE49-F238E27FC236}">
                <a16:creationId xmlns:a16="http://schemas.microsoft.com/office/drawing/2014/main" id="{688F5021-D4C3-4888-A4D5-06E996CC2139}"/>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5" name="Rectangle 14">
            <a:extLst>
              <a:ext uri="{FF2B5EF4-FFF2-40B4-BE49-F238E27FC236}">
                <a16:creationId xmlns:a16="http://schemas.microsoft.com/office/drawing/2014/main" id="{301F3FBD-B2FA-4ECC-94B3-AE0A46E7AD4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8" name="Picture 17">
            <a:extLst>
              <a:ext uri="{FF2B5EF4-FFF2-40B4-BE49-F238E27FC236}">
                <a16:creationId xmlns:a16="http://schemas.microsoft.com/office/drawing/2014/main" id="{B9D1DA3F-F774-45EB-B6E3-EB3EBFC56BF8}"/>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7" name="Text Placeholder 5">
            <a:extLst>
              <a:ext uri="{FF2B5EF4-FFF2-40B4-BE49-F238E27FC236}">
                <a16:creationId xmlns:a16="http://schemas.microsoft.com/office/drawing/2014/main" id="{59483DB6-35E8-41E9-930B-445C4EFE7A77}"/>
              </a:ext>
            </a:extLst>
          </p:cNvPr>
          <p:cNvSpPr>
            <a:spLocks noGrp="1"/>
          </p:cNvSpPr>
          <p:nvPr>
            <p:ph type="body" sz="quarter" idx="31" hasCustomPrompt="1"/>
          </p:nvPr>
        </p:nvSpPr>
        <p:spPr>
          <a:xfrm>
            <a:off x="695325" y="1700808"/>
            <a:ext cx="10801350"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2" name="Date Placeholder 1">
            <a:extLst>
              <a:ext uri="{FF2B5EF4-FFF2-40B4-BE49-F238E27FC236}">
                <a16:creationId xmlns:a16="http://schemas.microsoft.com/office/drawing/2014/main" id="{F89382FB-62F4-4C2A-91A5-943967894D42}"/>
              </a:ext>
            </a:extLst>
          </p:cNvPr>
          <p:cNvSpPr>
            <a:spLocks noGrp="1"/>
          </p:cNvSpPr>
          <p:nvPr>
            <p:ph type="dt" sz="half" idx="32"/>
          </p:nvPr>
        </p:nvSpPr>
        <p:spPr bwMode="white"/>
        <p:txBody>
          <a:bodyPr/>
          <a:lstStyle/>
          <a:p>
            <a:r>
              <a:rPr lang="en-US" dirty="0"/>
              <a:t>[Entity Name]</a:t>
            </a:r>
            <a:endParaRPr lang="en-AU" dirty="0"/>
          </a:p>
        </p:txBody>
      </p:sp>
      <p:sp>
        <p:nvSpPr>
          <p:cNvPr id="6" name="Footer Placeholder 5">
            <a:extLst>
              <a:ext uri="{FF2B5EF4-FFF2-40B4-BE49-F238E27FC236}">
                <a16:creationId xmlns:a16="http://schemas.microsoft.com/office/drawing/2014/main" id="{B90807C1-4AC5-41D4-9F66-2FFE2C9FCBEE}"/>
              </a:ext>
            </a:extLst>
          </p:cNvPr>
          <p:cNvSpPr>
            <a:spLocks noGrp="1"/>
          </p:cNvSpPr>
          <p:nvPr>
            <p:ph type="ftr" sz="quarter" idx="33"/>
          </p:nvPr>
        </p:nvSpPr>
        <p:spPr/>
        <p:txBody>
          <a:bodyPr/>
          <a:lstStyle/>
          <a:p>
            <a:r>
              <a:rPr lang="en-AU"/>
              <a:t>[Presentation Title] | [Date]</a:t>
            </a:r>
            <a:endParaRPr lang="en-AU" dirty="0"/>
          </a:p>
        </p:txBody>
      </p:sp>
      <p:sp>
        <p:nvSpPr>
          <p:cNvPr id="8" name="Slide Number Placeholder 7">
            <a:extLst>
              <a:ext uri="{FF2B5EF4-FFF2-40B4-BE49-F238E27FC236}">
                <a16:creationId xmlns:a16="http://schemas.microsoft.com/office/drawing/2014/main" id="{BB1CA24C-277F-4699-AACD-0CE7FA333A21}"/>
              </a:ext>
            </a:extLst>
          </p:cNvPr>
          <p:cNvSpPr>
            <a:spLocks noGrp="1"/>
          </p:cNvSpPr>
          <p:nvPr>
            <p:ph type="sldNum" sz="quarter" idx="34"/>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60158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EE8B-9737-4CD0-834C-9321616FE29F}"/>
              </a:ext>
            </a:extLst>
          </p:cNvPr>
          <p:cNvSpPr>
            <a:spLocks noGrp="1"/>
          </p:cNvSpPr>
          <p:nvPr>
            <p:ph type="title"/>
          </p:nvPr>
        </p:nvSpPr>
        <p:spPr/>
        <p:txBody>
          <a:bodyPr/>
          <a:lstStyle/>
          <a:p>
            <a:r>
              <a:rPr lang="en-US"/>
              <a:t>Click to edit Master title style</a:t>
            </a:r>
            <a:endParaRPr lang="en-AU" dirty="0"/>
          </a:p>
        </p:txBody>
      </p:sp>
      <p:sp>
        <p:nvSpPr>
          <p:cNvPr id="8" name="Text Placeholder 5">
            <a:extLst>
              <a:ext uri="{FF2B5EF4-FFF2-40B4-BE49-F238E27FC236}">
                <a16:creationId xmlns:a16="http://schemas.microsoft.com/office/drawing/2014/main" id="{3A7132BB-77E6-4CDB-BD22-890A94E03075}"/>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547FA311-E5C8-49FB-A70D-B5D69EF896F4}"/>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1" name="Picture 10">
            <a:extLst>
              <a:ext uri="{FF2B5EF4-FFF2-40B4-BE49-F238E27FC236}">
                <a16:creationId xmlns:a16="http://schemas.microsoft.com/office/drawing/2014/main" id="{577DAC2F-25B2-40B2-B3C3-AEDF3893C15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3" name="Date Placeholder 2">
            <a:extLst>
              <a:ext uri="{FF2B5EF4-FFF2-40B4-BE49-F238E27FC236}">
                <a16:creationId xmlns:a16="http://schemas.microsoft.com/office/drawing/2014/main" id="{6D83B7EB-0921-47FC-BB02-41C5175DD7EB}"/>
              </a:ext>
            </a:extLst>
          </p:cNvPr>
          <p:cNvSpPr>
            <a:spLocks noGrp="1"/>
          </p:cNvSpPr>
          <p:nvPr>
            <p:ph type="dt" sz="half" idx="16"/>
          </p:nvPr>
        </p:nvSpPr>
        <p:spPr bwMode="white"/>
        <p:txBody>
          <a:bodyPr/>
          <a:lstStyle/>
          <a:p>
            <a:r>
              <a:rPr lang="en-US" dirty="0"/>
              <a:t>[Entity Name]</a:t>
            </a:r>
            <a:endParaRPr lang="en-AU" dirty="0"/>
          </a:p>
        </p:txBody>
      </p:sp>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p:txBody>
          <a:bodyPr/>
          <a:lstStyle/>
          <a:p>
            <a:r>
              <a:rPr lang="en-AU"/>
              <a:t>[Presentation Title] | [Date]</a:t>
            </a:r>
            <a:endParaRPr lang="en-AU"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980704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Blank Brand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933EA7-FE92-4C6D-8733-61E671888999}"/>
              </a:ext>
            </a:extLst>
          </p:cNvPr>
          <p:cNvSpPr/>
          <p:nvPr userDrawn="1"/>
        </p:nvSpPr>
        <p:spPr bwMode="white">
          <a:xfrm>
            <a:off x="2" y="-27384"/>
            <a:ext cx="12191999"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4" name="Picture 3">
            <a:extLst>
              <a:ext uri="{FF2B5EF4-FFF2-40B4-BE49-F238E27FC236}">
                <a16:creationId xmlns:a16="http://schemas.microsoft.com/office/drawing/2014/main" id="{A4A50E81-A697-4D2A-9C73-3BBE321DFC06}"/>
              </a:ext>
            </a:extLst>
          </p:cNvPr>
          <p:cNvPicPr>
            <a:picLocks noChangeAspect="1"/>
          </p:cNvPicPr>
          <p:nvPr userDrawn="1"/>
        </p:nvPicPr>
        <p:blipFill rotWithShape="1">
          <a:blip r:embed="rId2"/>
          <a:srcRect r="42155"/>
          <a:stretch/>
        </p:blipFill>
        <p:spPr>
          <a:xfrm>
            <a:off x="10271272" y="152896"/>
            <a:ext cx="1237347" cy="324000"/>
          </a:xfrm>
          <a:prstGeom prst="rect">
            <a:avLst/>
          </a:prstGeom>
        </p:spPr>
      </p:pic>
    </p:spTree>
    <p:extLst>
      <p:ext uri="{BB962C8B-B14F-4D97-AF65-F5344CB8AC3E}">
        <p14:creationId xmlns:p14="http://schemas.microsoft.com/office/powerpoint/2010/main" val="23351393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DBD1DEA-6C0B-48CD-8886-623BD6330C76}"/>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2" name="Title 1"/>
          <p:cNvSpPr>
            <a:spLocks noGrp="1"/>
          </p:cNvSpPr>
          <p:nvPr>
            <p:ph type="title"/>
          </p:nvPr>
        </p:nvSpPr>
        <p:spPr bwMode="white">
          <a:xfrm>
            <a:off x="694800" y="1082188"/>
            <a:ext cx="10744005" cy="720081"/>
          </a:xfrm>
        </p:spPr>
        <p:txBody>
          <a:bodyPr anchor="b">
            <a:noAutofit/>
          </a:bodyPr>
          <a:lstStyle>
            <a:lvl1pPr>
              <a:lnSpc>
                <a:spcPts val="5040"/>
              </a:lnSpc>
              <a:defRPr sz="4200">
                <a:solidFill>
                  <a:schemeClr val="bg1"/>
                </a:solidFill>
              </a:defRPr>
            </a:lvl1pPr>
          </a:lstStyle>
          <a:p>
            <a:r>
              <a:rPr lang="en-US" dirty="0"/>
              <a:t>Click to edit Master title style</a:t>
            </a:r>
            <a:endParaRPr lang="en-AU" dirty="0"/>
          </a:p>
        </p:txBody>
      </p:sp>
      <p:sp>
        <p:nvSpPr>
          <p:cNvPr id="7" name="Text Placeholder 6"/>
          <p:cNvSpPr>
            <a:spLocks noGrp="1"/>
          </p:cNvSpPr>
          <p:nvPr>
            <p:ph type="body" sz="quarter" idx="10" hasCustomPrompt="1"/>
          </p:nvPr>
        </p:nvSpPr>
        <p:spPr bwMode="white">
          <a:xfrm>
            <a:off x="694800" y="1876346"/>
            <a:ext cx="3254263" cy="832577"/>
          </a:xfrm>
          <a:prstGeom prst="rect">
            <a:avLst/>
          </a:prstGeom>
        </p:spPr>
        <p:txBody>
          <a:bodyPr>
            <a:normAutofit/>
          </a:bodyPr>
          <a:lstStyle>
            <a:lvl1pPr marL="0" indent="0">
              <a:lnSpc>
                <a:spcPct val="100000"/>
              </a:lnSpc>
              <a:spcBef>
                <a:spcPts val="0"/>
              </a:spcBef>
              <a:spcAft>
                <a:spcPts val="0"/>
              </a:spcAft>
              <a:buNone/>
              <a:defRPr sz="1200">
                <a:solidFill>
                  <a:schemeClr val="bg1"/>
                </a:solidFill>
              </a:defRPr>
            </a:lvl1pPr>
          </a:lstStyle>
          <a:p>
            <a:pPr lvl="0"/>
            <a:r>
              <a:rPr lang="en-US" dirty="0"/>
              <a:t>Click to edit </a:t>
            </a:r>
            <a:br>
              <a:rPr lang="en-US" dirty="0"/>
            </a:br>
            <a:r>
              <a:rPr lang="en-US" dirty="0"/>
              <a:t>Master text styles</a:t>
            </a:r>
          </a:p>
        </p:txBody>
      </p:sp>
      <p:sp>
        <p:nvSpPr>
          <p:cNvPr id="11" name="Text Placeholder 6">
            <a:extLst>
              <a:ext uri="{FF2B5EF4-FFF2-40B4-BE49-F238E27FC236}">
                <a16:creationId xmlns:a16="http://schemas.microsoft.com/office/drawing/2014/main" id="{0758AADB-42F9-44FF-A436-0031B6B2680A}"/>
              </a:ext>
            </a:extLst>
          </p:cNvPr>
          <p:cNvSpPr>
            <a:spLocks noGrp="1"/>
          </p:cNvSpPr>
          <p:nvPr>
            <p:ph type="body" sz="quarter" idx="11" hasCustomPrompt="1"/>
          </p:nvPr>
        </p:nvSpPr>
        <p:spPr bwMode="white">
          <a:xfrm>
            <a:off x="1087509" y="2852939"/>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5" name="Text Placeholder 6">
            <a:extLst>
              <a:ext uri="{FF2B5EF4-FFF2-40B4-BE49-F238E27FC236}">
                <a16:creationId xmlns:a16="http://schemas.microsoft.com/office/drawing/2014/main" id="{9EB3BAB6-8B24-4F70-BDDC-75B91A4FB1D5}"/>
              </a:ext>
            </a:extLst>
          </p:cNvPr>
          <p:cNvSpPr>
            <a:spLocks noGrp="1"/>
          </p:cNvSpPr>
          <p:nvPr>
            <p:ph type="body" sz="quarter" idx="12" hasCustomPrompt="1"/>
          </p:nvPr>
        </p:nvSpPr>
        <p:spPr bwMode="white">
          <a:xfrm>
            <a:off x="1087509" y="3125021"/>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20" name="Right Triangle 3">
            <a:extLst>
              <a:ext uri="{FF2B5EF4-FFF2-40B4-BE49-F238E27FC236}">
                <a16:creationId xmlns:a16="http://schemas.microsoft.com/office/drawing/2014/main" id="{98BF4DE5-D126-4077-BBC8-5F3A09BC0E5C}"/>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3" name="Text Placeholder 6">
            <a:extLst>
              <a:ext uri="{FF2B5EF4-FFF2-40B4-BE49-F238E27FC236}">
                <a16:creationId xmlns:a16="http://schemas.microsoft.com/office/drawing/2014/main" id="{B8A2EB93-6CF0-469A-B44D-3B50AF0CEE6D}"/>
              </a:ext>
            </a:extLst>
          </p:cNvPr>
          <p:cNvSpPr>
            <a:spLocks noGrp="1"/>
          </p:cNvSpPr>
          <p:nvPr>
            <p:ph type="body" sz="quarter" idx="13" hasCustomPrompt="1"/>
          </p:nvPr>
        </p:nvSpPr>
        <p:spPr bwMode="white">
          <a:xfrm>
            <a:off x="1087509" y="3415094"/>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6" name="Text Placeholder 6">
            <a:extLst>
              <a:ext uri="{FF2B5EF4-FFF2-40B4-BE49-F238E27FC236}">
                <a16:creationId xmlns:a16="http://schemas.microsoft.com/office/drawing/2014/main" id="{81CEC2A5-BF8B-405F-BFB8-A7AC93A346C2}"/>
              </a:ext>
            </a:extLst>
          </p:cNvPr>
          <p:cNvSpPr>
            <a:spLocks noGrp="1"/>
          </p:cNvSpPr>
          <p:nvPr>
            <p:ph type="body" sz="quarter" idx="14" hasCustomPrompt="1"/>
          </p:nvPr>
        </p:nvSpPr>
        <p:spPr bwMode="white">
          <a:xfrm>
            <a:off x="1087509" y="3687176"/>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8" name="Text Placeholder 6">
            <a:extLst>
              <a:ext uri="{FF2B5EF4-FFF2-40B4-BE49-F238E27FC236}">
                <a16:creationId xmlns:a16="http://schemas.microsoft.com/office/drawing/2014/main" id="{191147DD-03AA-4BA3-AFAA-F070EDBA94F2}"/>
              </a:ext>
            </a:extLst>
          </p:cNvPr>
          <p:cNvSpPr>
            <a:spLocks noGrp="1"/>
          </p:cNvSpPr>
          <p:nvPr>
            <p:ph type="body" sz="quarter" idx="15" hasCustomPrompt="1"/>
          </p:nvPr>
        </p:nvSpPr>
        <p:spPr bwMode="white">
          <a:xfrm>
            <a:off x="1087509" y="3957493"/>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9" name="Graphic 1">
            <a:extLst>
              <a:ext uri="{FF2B5EF4-FFF2-40B4-BE49-F238E27FC236}">
                <a16:creationId xmlns:a16="http://schemas.microsoft.com/office/drawing/2014/main" id="{6B4A31B5-8366-4D72-B33B-C4528CEC8D4B}"/>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pic>
        <p:nvPicPr>
          <p:cNvPr id="22" name="Picture 21">
            <a:extLst>
              <a:ext uri="{FF2B5EF4-FFF2-40B4-BE49-F238E27FC236}">
                <a16:creationId xmlns:a16="http://schemas.microsoft.com/office/drawing/2014/main" id="{B864D713-B046-4FE6-BDD7-EE4264F7C42D}"/>
              </a:ext>
            </a:extLst>
          </p:cNvPr>
          <p:cNvPicPr>
            <a:picLocks noChangeAspect="1"/>
          </p:cNvPicPr>
          <p:nvPr userDrawn="1"/>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305954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hank You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ED9BE05-DABC-48CC-9999-1581840BE656}"/>
              </a:ext>
            </a:extLst>
          </p:cNvPr>
          <p:cNvSpPr/>
          <p:nvPr userDrawn="1"/>
        </p:nvSpPr>
        <p:spPr bwMode="invGray">
          <a:xfrm>
            <a:off x="0" y="0"/>
            <a:ext cx="12192000" cy="9288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1" name="Text Placeholder 6">
            <a:extLst>
              <a:ext uri="{FF2B5EF4-FFF2-40B4-BE49-F238E27FC236}">
                <a16:creationId xmlns:a16="http://schemas.microsoft.com/office/drawing/2014/main" id="{F3CE2D37-876C-4C8F-A6C5-0AB063A0B4CD}"/>
              </a:ext>
            </a:extLst>
          </p:cNvPr>
          <p:cNvSpPr>
            <a:spLocks noGrp="1"/>
          </p:cNvSpPr>
          <p:nvPr>
            <p:ph type="body" sz="quarter" idx="13" hasCustomPrompt="1"/>
          </p:nvPr>
        </p:nvSpPr>
        <p:spPr>
          <a:xfrm>
            <a:off x="694800" y="1876346"/>
            <a:ext cx="3254263" cy="832577"/>
          </a:xfrm>
          <a:prstGeom prst="rect">
            <a:avLst/>
          </a:prstGeom>
        </p:spPr>
        <p:txBody>
          <a:bodyPr>
            <a:normAutofit/>
          </a:bodyPr>
          <a:lstStyle>
            <a:lvl1pPr marL="0" indent="0">
              <a:lnSpc>
                <a:spcPct val="100000"/>
              </a:lnSpc>
              <a:spcBef>
                <a:spcPts val="0"/>
              </a:spcBef>
              <a:spcAft>
                <a:spcPts val="0"/>
              </a:spcAft>
              <a:buNone/>
              <a:defRPr sz="1200">
                <a:solidFill>
                  <a:schemeClr val="tx1"/>
                </a:solidFill>
              </a:defRPr>
            </a:lvl1pPr>
          </a:lstStyle>
          <a:p>
            <a:pPr lvl="0"/>
            <a:r>
              <a:rPr lang="en-US" dirty="0"/>
              <a:t>Click to edit Master text styles</a:t>
            </a:r>
          </a:p>
        </p:txBody>
      </p:sp>
      <p:sp>
        <p:nvSpPr>
          <p:cNvPr id="18" name="Text Placeholder 6">
            <a:extLst>
              <a:ext uri="{FF2B5EF4-FFF2-40B4-BE49-F238E27FC236}">
                <a16:creationId xmlns:a16="http://schemas.microsoft.com/office/drawing/2014/main" id="{36F77BFB-AD63-495E-A4EA-EE2AFB4F9E57}"/>
              </a:ext>
            </a:extLst>
          </p:cNvPr>
          <p:cNvSpPr>
            <a:spLocks noGrp="1"/>
          </p:cNvSpPr>
          <p:nvPr>
            <p:ph type="body" sz="quarter" idx="11" hasCustomPrompt="1"/>
          </p:nvPr>
        </p:nvSpPr>
        <p:spPr>
          <a:xfrm>
            <a:off x="1087509" y="2852939"/>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19" name="Text Placeholder 6">
            <a:extLst>
              <a:ext uri="{FF2B5EF4-FFF2-40B4-BE49-F238E27FC236}">
                <a16:creationId xmlns:a16="http://schemas.microsoft.com/office/drawing/2014/main" id="{9A941B40-7380-40DF-ADBB-0A6ED4F172FB}"/>
              </a:ext>
            </a:extLst>
          </p:cNvPr>
          <p:cNvSpPr>
            <a:spLocks noGrp="1"/>
          </p:cNvSpPr>
          <p:nvPr>
            <p:ph type="body" sz="quarter" idx="12" hasCustomPrompt="1"/>
          </p:nvPr>
        </p:nvSpPr>
        <p:spPr>
          <a:xfrm>
            <a:off x="1087509" y="3125021"/>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0" name="Text Placeholder 6">
            <a:extLst>
              <a:ext uri="{FF2B5EF4-FFF2-40B4-BE49-F238E27FC236}">
                <a16:creationId xmlns:a16="http://schemas.microsoft.com/office/drawing/2014/main" id="{402E3968-432E-4834-8F0D-CD2BC42D2E0B}"/>
              </a:ext>
            </a:extLst>
          </p:cNvPr>
          <p:cNvSpPr>
            <a:spLocks noGrp="1"/>
          </p:cNvSpPr>
          <p:nvPr>
            <p:ph type="body" sz="quarter" idx="17" hasCustomPrompt="1"/>
          </p:nvPr>
        </p:nvSpPr>
        <p:spPr>
          <a:xfrm>
            <a:off x="1087509" y="3415094"/>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1" name="Text Placeholder 6">
            <a:extLst>
              <a:ext uri="{FF2B5EF4-FFF2-40B4-BE49-F238E27FC236}">
                <a16:creationId xmlns:a16="http://schemas.microsoft.com/office/drawing/2014/main" id="{F9F5A590-B6A3-42B3-8477-542088A3B03A}"/>
              </a:ext>
            </a:extLst>
          </p:cNvPr>
          <p:cNvSpPr>
            <a:spLocks noGrp="1"/>
          </p:cNvSpPr>
          <p:nvPr>
            <p:ph type="body" sz="quarter" idx="14" hasCustomPrompt="1"/>
          </p:nvPr>
        </p:nvSpPr>
        <p:spPr>
          <a:xfrm>
            <a:off x="1087509" y="3687176"/>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3" name="Text Placeholder 6">
            <a:extLst>
              <a:ext uri="{FF2B5EF4-FFF2-40B4-BE49-F238E27FC236}">
                <a16:creationId xmlns:a16="http://schemas.microsoft.com/office/drawing/2014/main" id="{C84FAE95-A058-4EFD-92C1-90CCC284BFCE}"/>
              </a:ext>
            </a:extLst>
          </p:cNvPr>
          <p:cNvSpPr>
            <a:spLocks noGrp="1"/>
          </p:cNvSpPr>
          <p:nvPr>
            <p:ph type="body" sz="quarter" idx="15" hasCustomPrompt="1"/>
          </p:nvPr>
        </p:nvSpPr>
        <p:spPr>
          <a:xfrm>
            <a:off x="1087509" y="3957493"/>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15" name="Title 1">
            <a:extLst>
              <a:ext uri="{FF2B5EF4-FFF2-40B4-BE49-F238E27FC236}">
                <a16:creationId xmlns:a16="http://schemas.microsoft.com/office/drawing/2014/main" id="{6E88B10E-2ED8-4B6E-92E8-70B077E3A39C}"/>
              </a:ext>
            </a:extLst>
          </p:cNvPr>
          <p:cNvSpPr>
            <a:spLocks noGrp="1"/>
          </p:cNvSpPr>
          <p:nvPr>
            <p:ph type="title"/>
          </p:nvPr>
        </p:nvSpPr>
        <p:spPr>
          <a:xfrm>
            <a:off x="694800" y="1082188"/>
            <a:ext cx="5209113" cy="720081"/>
          </a:xfrm>
        </p:spPr>
        <p:txBody>
          <a:bodyPr anchor="b">
            <a:noAutofit/>
          </a:bodyPr>
          <a:lstStyle>
            <a:lvl1pPr>
              <a:lnSpc>
                <a:spcPts val="5040"/>
              </a:lnSpc>
              <a:defRPr sz="4200">
                <a:solidFill>
                  <a:schemeClr val="accent1"/>
                </a:solidFill>
              </a:defRPr>
            </a:lvl1pPr>
          </a:lstStyle>
          <a:p>
            <a:r>
              <a:rPr lang="en-US"/>
              <a:t>Click to edit Master title style</a:t>
            </a:r>
            <a:endParaRPr lang="en-AU" dirty="0"/>
          </a:p>
        </p:txBody>
      </p:sp>
      <p:sp>
        <p:nvSpPr>
          <p:cNvPr id="16" name="Picture Placeholder 9">
            <a:extLst>
              <a:ext uri="{FF2B5EF4-FFF2-40B4-BE49-F238E27FC236}">
                <a16:creationId xmlns:a16="http://schemas.microsoft.com/office/drawing/2014/main" id="{3ECBBC4F-ECF3-4E50-963A-BDB169C5146A}"/>
              </a:ext>
            </a:extLst>
          </p:cNvPr>
          <p:cNvSpPr>
            <a:spLocks noGrp="1"/>
          </p:cNvSpPr>
          <p:nvPr>
            <p:ph type="pic" sz="quarter" idx="18" hasCustomPrompt="1"/>
          </p:nvPr>
        </p:nvSpPr>
        <p:spPr>
          <a:xfrm>
            <a:off x="6092454" y="923051"/>
            <a:ext cx="6101952" cy="5934795"/>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 name="connsiteX0" fmla="*/ 254 w 4075984"/>
              <a:gd name="connsiteY0" fmla="*/ 250455 h 5597085"/>
              <a:gd name="connsiteX1" fmla="*/ 4075471 w 4075984"/>
              <a:gd name="connsiteY1" fmla="*/ 0 h 5597085"/>
              <a:gd name="connsiteX2" fmla="*/ 4074982 w 4075984"/>
              <a:gd name="connsiteY2" fmla="*/ 5595143 h 5597085"/>
              <a:gd name="connsiteX3" fmla="*/ 1723096 w 4075984"/>
              <a:gd name="connsiteY3" fmla="*/ 5597085 h 5597085"/>
              <a:gd name="connsiteX4" fmla="*/ 6680 w 4075984"/>
              <a:gd name="connsiteY4" fmla="*/ 3148650 h 5597085"/>
              <a:gd name="connsiteX5" fmla="*/ 254 w 4075984"/>
              <a:gd name="connsiteY5" fmla="*/ 250455 h 5597085"/>
              <a:gd name="connsiteX0" fmla="*/ 254 w 4080827"/>
              <a:gd name="connsiteY0" fmla="*/ 29 h 5346659"/>
              <a:gd name="connsiteX1" fmla="*/ 4080560 w 4080827"/>
              <a:gd name="connsiteY1" fmla="*/ 50390 h 5346659"/>
              <a:gd name="connsiteX2" fmla="*/ 4074982 w 4080827"/>
              <a:gd name="connsiteY2" fmla="*/ 5344717 h 5346659"/>
              <a:gd name="connsiteX3" fmla="*/ 1723096 w 4080827"/>
              <a:gd name="connsiteY3" fmla="*/ 5346659 h 5346659"/>
              <a:gd name="connsiteX4" fmla="*/ 6680 w 4080827"/>
              <a:gd name="connsiteY4" fmla="*/ 2898224 h 5346659"/>
              <a:gd name="connsiteX5" fmla="*/ 254 w 4080827"/>
              <a:gd name="connsiteY5" fmla="*/ 29 h 5346659"/>
              <a:gd name="connsiteX0" fmla="*/ 254 w 4080827"/>
              <a:gd name="connsiteY0" fmla="*/ 0 h 5346630"/>
              <a:gd name="connsiteX1" fmla="*/ 4080560 w 4080827"/>
              <a:gd name="connsiteY1" fmla="*/ 16177 h 5346630"/>
              <a:gd name="connsiteX2" fmla="*/ 4074982 w 4080827"/>
              <a:gd name="connsiteY2" fmla="*/ 5344688 h 5346630"/>
              <a:gd name="connsiteX3" fmla="*/ 1723096 w 4080827"/>
              <a:gd name="connsiteY3" fmla="*/ 5346630 h 5346630"/>
              <a:gd name="connsiteX4" fmla="*/ 6680 w 4080827"/>
              <a:gd name="connsiteY4" fmla="*/ 2898195 h 5346630"/>
              <a:gd name="connsiteX5" fmla="*/ 254 w 4080827"/>
              <a:gd name="connsiteY5" fmla="*/ 0 h 5346630"/>
              <a:gd name="connsiteX0" fmla="*/ 254 w 4080827"/>
              <a:gd name="connsiteY0" fmla="*/ 0 h 5332957"/>
              <a:gd name="connsiteX1" fmla="*/ 4080560 w 4080827"/>
              <a:gd name="connsiteY1" fmla="*/ 2504 h 5332957"/>
              <a:gd name="connsiteX2" fmla="*/ 4074982 w 4080827"/>
              <a:gd name="connsiteY2" fmla="*/ 5331015 h 5332957"/>
              <a:gd name="connsiteX3" fmla="*/ 1723096 w 4080827"/>
              <a:gd name="connsiteY3" fmla="*/ 5332957 h 5332957"/>
              <a:gd name="connsiteX4" fmla="*/ 6680 w 4080827"/>
              <a:gd name="connsiteY4" fmla="*/ 2884522 h 5332957"/>
              <a:gd name="connsiteX5" fmla="*/ 254 w 4080827"/>
              <a:gd name="connsiteY5" fmla="*/ 0 h 5332957"/>
              <a:gd name="connsiteX0" fmla="*/ 254 w 4080827"/>
              <a:gd name="connsiteY0" fmla="*/ 8891 h 5330453"/>
              <a:gd name="connsiteX1" fmla="*/ 4080560 w 4080827"/>
              <a:gd name="connsiteY1" fmla="*/ 0 h 5330453"/>
              <a:gd name="connsiteX2" fmla="*/ 4074982 w 4080827"/>
              <a:gd name="connsiteY2" fmla="*/ 5328511 h 5330453"/>
              <a:gd name="connsiteX3" fmla="*/ 1723096 w 4080827"/>
              <a:gd name="connsiteY3" fmla="*/ 5330453 h 5330453"/>
              <a:gd name="connsiteX4" fmla="*/ 6680 w 4080827"/>
              <a:gd name="connsiteY4" fmla="*/ 2882018 h 5330453"/>
              <a:gd name="connsiteX5" fmla="*/ 254 w 4080827"/>
              <a:gd name="connsiteY5" fmla="*/ 8891 h 5330453"/>
              <a:gd name="connsiteX0" fmla="*/ 254 w 4080827"/>
              <a:gd name="connsiteY0" fmla="*/ 0 h 5321562"/>
              <a:gd name="connsiteX1" fmla="*/ 4080560 w 4080827"/>
              <a:gd name="connsiteY1" fmla="*/ 8201 h 5321562"/>
              <a:gd name="connsiteX2" fmla="*/ 4074982 w 4080827"/>
              <a:gd name="connsiteY2" fmla="*/ 5319620 h 5321562"/>
              <a:gd name="connsiteX3" fmla="*/ 1723096 w 4080827"/>
              <a:gd name="connsiteY3" fmla="*/ 5321562 h 5321562"/>
              <a:gd name="connsiteX4" fmla="*/ 6680 w 4080827"/>
              <a:gd name="connsiteY4" fmla="*/ 2873127 h 5321562"/>
              <a:gd name="connsiteX5" fmla="*/ 254 w 4080827"/>
              <a:gd name="connsiteY5" fmla="*/ 0 h 5321562"/>
              <a:gd name="connsiteX0" fmla="*/ 254 w 4076763"/>
              <a:gd name="connsiteY0" fmla="*/ 0 h 5321562"/>
              <a:gd name="connsiteX1" fmla="*/ 4076319 w 4076763"/>
              <a:gd name="connsiteY1" fmla="*/ 8201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6763"/>
              <a:gd name="connsiteY0" fmla="*/ 0 h 5321562"/>
              <a:gd name="connsiteX1" fmla="*/ 4076319 w 4076763"/>
              <a:gd name="connsiteY1" fmla="*/ 2504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6763"/>
              <a:gd name="connsiteY0" fmla="*/ 0 h 5321562"/>
              <a:gd name="connsiteX1" fmla="*/ 4076319 w 4076763"/>
              <a:gd name="connsiteY1" fmla="*/ 8201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4982"/>
              <a:gd name="connsiteY0" fmla="*/ 0 h 5321562"/>
              <a:gd name="connsiteX1" fmla="*/ 4050875 w 4074982"/>
              <a:gd name="connsiteY1" fmla="*/ 207606 h 5321562"/>
              <a:gd name="connsiteX2" fmla="*/ 4074982 w 4074982"/>
              <a:gd name="connsiteY2" fmla="*/ 5319620 h 5321562"/>
              <a:gd name="connsiteX3" fmla="*/ 1723096 w 4074982"/>
              <a:gd name="connsiteY3" fmla="*/ 5321562 h 5321562"/>
              <a:gd name="connsiteX4" fmla="*/ 6680 w 4074982"/>
              <a:gd name="connsiteY4" fmla="*/ 2873127 h 5321562"/>
              <a:gd name="connsiteX5" fmla="*/ 254 w 4074982"/>
              <a:gd name="connsiteY5" fmla="*/ 0 h 5321562"/>
              <a:gd name="connsiteX0" fmla="*/ 254 w 4074982"/>
              <a:gd name="connsiteY0" fmla="*/ 3193 h 5324755"/>
              <a:gd name="connsiteX1" fmla="*/ 4072078 w 4074982"/>
              <a:gd name="connsiteY1" fmla="*/ 0 h 5324755"/>
              <a:gd name="connsiteX2" fmla="*/ 4074982 w 4074982"/>
              <a:gd name="connsiteY2" fmla="*/ 5322813 h 5324755"/>
              <a:gd name="connsiteX3" fmla="*/ 1723096 w 4074982"/>
              <a:gd name="connsiteY3" fmla="*/ 5324755 h 5324755"/>
              <a:gd name="connsiteX4" fmla="*/ 6680 w 4074982"/>
              <a:gd name="connsiteY4" fmla="*/ 2876320 h 5324755"/>
              <a:gd name="connsiteX5" fmla="*/ 254 w 4074982"/>
              <a:gd name="connsiteY5" fmla="*/ 3193 h 5324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4982" h="5324755">
                <a:moveTo>
                  <a:pt x="254" y="3193"/>
                </a:moveTo>
                <a:lnTo>
                  <a:pt x="4072078" y="0"/>
                </a:lnTo>
                <a:cubicBezTo>
                  <a:pt x="4074035" y="1865237"/>
                  <a:pt x="4073025" y="3457576"/>
                  <a:pt x="4074982" y="5322813"/>
                </a:cubicBezTo>
                <a:lnTo>
                  <a:pt x="1723096" y="5324755"/>
                </a:lnTo>
                <a:cubicBezTo>
                  <a:pt x="693982" y="5014623"/>
                  <a:pt x="-3932" y="3729991"/>
                  <a:pt x="6680" y="2876320"/>
                </a:cubicBezTo>
                <a:cubicBezTo>
                  <a:pt x="8672" y="1673057"/>
                  <a:pt x="-1738" y="1206456"/>
                  <a:pt x="254" y="3193"/>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pic>
        <p:nvPicPr>
          <p:cNvPr id="12" name="Picture 11">
            <a:extLst>
              <a:ext uri="{FF2B5EF4-FFF2-40B4-BE49-F238E27FC236}">
                <a16:creationId xmlns:a16="http://schemas.microsoft.com/office/drawing/2014/main" id="{B83753C3-AD71-41CF-A0E3-EDC40D8596D3}"/>
              </a:ext>
            </a:extLst>
          </p:cNvPr>
          <p:cNvPicPr>
            <a:picLocks noChangeAspect="1"/>
          </p:cNvPicPr>
          <p:nvPr userDrawn="1"/>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1221778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5326" y="1052736"/>
            <a:ext cx="10801350" cy="469056"/>
          </a:xfrm>
          <a:prstGeom prst="rect">
            <a:avLst/>
          </a:prstGeom>
        </p:spPr>
        <p:txBody>
          <a:bodyPr vert="horz" lIns="0" tIns="0" rIns="0" bIns="0" rtlCol="0" anchor="ctr">
            <a:normAutofit/>
          </a:bodyPr>
          <a:lstStyle/>
          <a:p>
            <a:r>
              <a:rPr lang="en-US" dirty="0"/>
              <a:t>[Title]</a:t>
            </a:r>
            <a:endParaRPr lang="en-AU" dirty="0"/>
          </a:p>
        </p:txBody>
      </p:sp>
      <p:sp>
        <p:nvSpPr>
          <p:cNvPr id="6" name="Footer Placeholder 4"/>
          <p:cNvSpPr>
            <a:spLocks noGrp="1"/>
          </p:cNvSpPr>
          <p:nvPr>
            <p:ph type="ftr" sz="quarter" idx="3"/>
          </p:nvPr>
        </p:nvSpPr>
        <p:spPr>
          <a:xfrm>
            <a:off x="695326" y="6519171"/>
            <a:ext cx="3360109" cy="240219"/>
          </a:xfrm>
          <a:prstGeom prst="rect">
            <a:avLst/>
          </a:prstGeom>
        </p:spPr>
        <p:txBody>
          <a:bodyPr vert="horz" lIns="0" tIns="0" rIns="0" bIns="0" rtlCol="0" anchor="ctr"/>
          <a:lstStyle>
            <a:lvl1pPr algn="l">
              <a:defRPr sz="800" b="0">
                <a:solidFill>
                  <a:schemeClr val="tx1"/>
                </a:solidFill>
              </a:defRPr>
            </a:lvl1pPr>
          </a:lstStyle>
          <a:p>
            <a:r>
              <a:rPr lang="en-AU"/>
              <a:t>[Presentation Title] | [Date]</a:t>
            </a:r>
            <a:endParaRPr lang="en-AU" dirty="0"/>
          </a:p>
        </p:txBody>
      </p:sp>
      <p:sp>
        <p:nvSpPr>
          <p:cNvPr id="7" name="Slide Number Placeholder 5"/>
          <p:cNvSpPr>
            <a:spLocks noGrp="1"/>
          </p:cNvSpPr>
          <p:nvPr>
            <p:ph type="sldNum" sz="quarter" idx="4"/>
          </p:nvPr>
        </p:nvSpPr>
        <p:spPr>
          <a:xfrm>
            <a:off x="11208568" y="6519171"/>
            <a:ext cx="288032" cy="240219"/>
          </a:xfrm>
          <a:prstGeom prst="rect">
            <a:avLst/>
          </a:prstGeom>
        </p:spPr>
        <p:txBody>
          <a:bodyPr vert="horz" lIns="0" tIns="0" rIns="0" bIns="0" rtlCol="0" anchor="ctr"/>
          <a:lstStyle>
            <a:lvl1pPr algn="r">
              <a:defRPr sz="800">
                <a:solidFill>
                  <a:schemeClr val="tx1"/>
                </a:solidFill>
              </a:defRPr>
            </a:lvl1pPr>
          </a:lstStyle>
          <a:p>
            <a:fld id="{E917DE0E-AFB1-41FD-BC35-27DB61CA125F}" type="slidenum">
              <a:rPr lang="en-AU" smtClean="0"/>
              <a:pPr/>
              <a:t>‹#›</a:t>
            </a:fld>
            <a:endParaRPr lang="en-AU" dirty="0"/>
          </a:p>
        </p:txBody>
      </p:sp>
      <p:sp>
        <p:nvSpPr>
          <p:cNvPr id="4" name="Text Placeholder 3">
            <a:extLst>
              <a:ext uri="{FF2B5EF4-FFF2-40B4-BE49-F238E27FC236}">
                <a16:creationId xmlns:a16="http://schemas.microsoft.com/office/drawing/2014/main" id="{BDF8D2AE-3583-4708-BD46-43C743300E11}"/>
              </a:ext>
            </a:extLst>
          </p:cNvPr>
          <p:cNvSpPr>
            <a:spLocks noGrp="1"/>
          </p:cNvSpPr>
          <p:nvPr>
            <p:ph type="body" idx="1"/>
          </p:nvPr>
        </p:nvSpPr>
        <p:spPr>
          <a:xfrm>
            <a:off x="695326" y="1700213"/>
            <a:ext cx="10801349" cy="4608515"/>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3" name="Date Placeholder 2">
            <a:extLst>
              <a:ext uri="{FF2B5EF4-FFF2-40B4-BE49-F238E27FC236}">
                <a16:creationId xmlns:a16="http://schemas.microsoft.com/office/drawing/2014/main" id="{3BDB83A3-A276-43C3-9F27-2B380C4149A9}"/>
              </a:ext>
            </a:extLst>
          </p:cNvPr>
          <p:cNvSpPr>
            <a:spLocks noGrp="1"/>
          </p:cNvSpPr>
          <p:nvPr>
            <p:ph type="dt" sz="half" idx="2"/>
          </p:nvPr>
        </p:nvSpPr>
        <p:spPr>
          <a:xfrm>
            <a:off x="695324" y="151134"/>
            <a:ext cx="3360109" cy="288000"/>
          </a:xfrm>
          <a:prstGeom prst="rect">
            <a:avLst/>
          </a:prstGeom>
        </p:spPr>
        <p:txBody>
          <a:bodyPr vert="horz" lIns="0" tIns="0" rIns="0" bIns="0" rtlCol="0" anchor="t"/>
          <a:lstStyle>
            <a:lvl1pPr algn="l">
              <a:lnSpc>
                <a:spcPct val="80000"/>
              </a:lnSpc>
              <a:defRPr sz="1000">
                <a:solidFill>
                  <a:schemeClr val="bg1"/>
                </a:solidFill>
              </a:defRPr>
            </a:lvl1pPr>
          </a:lstStyle>
          <a:p>
            <a:r>
              <a:rPr lang="en-US" dirty="0"/>
              <a:t>[Entity Name]</a:t>
            </a:r>
            <a:endParaRPr lang="en-AU" dirty="0"/>
          </a:p>
        </p:txBody>
      </p:sp>
      <p:sp>
        <p:nvSpPr>
          <p:cNvPr id="9" name="TextBox 8">
            <a:extLst>
              <a:ext uri="{FF2B5EF4-FFF2-40B4-BE49-F238E27FC236}">
                <a16:creationId xmlns:a16="http://schemas.microsoft.com/office/drawing/2014/main" id="{CB7DFD9D-2931-49B5-A376-9D4B93C4960C}"/>
              </a:ext>
            </a:extLst>
          </p:cNvPr>
          <p:cNvSpPr txBox="1"/>
          <p:nvPr userDrawn="1"/>
        </p:nvSpPr>
        <p:spPr>
          <a:xfrm>
            <a:off x="8096810" y="6518190"/>
            <a:ext cx="2391677" cy="241200"/>
          </a:xfrm>
          <a:prstGeom prst="rect">
            <a:avLst/>
          </a:prstGeom>
          <a:noFill/>
        </p:spPr>
        <p:txBody>
          <a:bodyPr wrap="square" lIns="0" tIns="0" rIns="0" bIns="0" rtlCol="0" anchor="ctr">
            <a:noAutofit/>
          </a:bodyPr>
          <a:lstStyle/>
          <a:p>
            <a:r>
              <a:rPr lang="en-AU" sz="800" dirty="0"/>
              <a:t>CRICOS code 00025B</a:t>
            </a:r>
          </a:p>
        </p:txBody>
      </p:sp>
    </p:spTree>
    <p:extLst>
      <p:ext uri="{BB962C8B-B14F-4D97-AF65-F5344CB8AC3E}">
        <p14:creationId xmlns:p14="http://schemas.microsoft.com/office/powerpoint/2010/main" val="3786833112"/>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83" r:id="rId3"/>
    <p:sldLayoutId id="2147483774" r:id="rId4"/>
    <p:sldLayoutId id="2147483792" r:id="rId5"/>
    <p:sldLayoutId id="2147483775" r:id="rId6"/>
    <p:sldLayoutId id="2147483650" r:id="rId7"/>
    <p:sldLayoutId id="2147483652" r:id="rId8"/>
    <p:sldLayoutId id="2147483778" r:id="rId9"/>
    <p:sldLayoutId id="2147483779" r:id="rId10"/>
    <p:sldLayoutId id="2147483728" r:id="rId11"/>
    <p:sldLayoutId id="2147483784" r:id="rId12"/>
    <p:sldLayoutId id="2147483656" r:id="rId13"/>
    <p:sldLayoutId id="2147483732" r:id="rId14"/>
    <p:sldLayoutId id="2147483793" r:id="rId15"/>
    <p:sldLayoutId id="2147483657" r:id="rId16"/>
    <p:sldLayoutId id="2147483765" r:id="rId17"/>
    <p:sldLayoutId id="2147483787" r:id="rId18"/>
    <p:sldLayoutId id="2147483788" r:id="rId19"/>
    <p:sldLayoutId id="2147483794" r:id="rId20"/>
    <p:sldLayoutId id="2147483795" r:id="rId21"/>
    <p:sldLayoutId id="2147483796" r:id="rId22"/>
    <p:sldLayoutId id="2147483791" r:id="rId23"/>
    <p:sldLayoutId id="2147483797" r:id="rId24"/>
    <p:sldLayoutId id="2147483790" r:id="rId25"/>
    <p:sldLayoutId id="2147483798" r:id="rId26"/>
    <p:sldLayoutId id="2147483768" r:id="rId27"/>
    <p:sldLayoutId id="2147483769" r:id="rId28"/>
    <p:sldLayoutId id="2147483770" r:id="rId29"/>
    <p:sldLayoutId id="2147483771" r:id="rId30"/>
    <p:sldLayoutId id="2147483789" r:id="rId31"/>
    <p:sldLayoutId id="2147483776" r:id="rId32"/>
    <p:sldLayoutId id="2147483777" r:id="rId33"/>
    <p:sldLayoutId id="2147483654" r:id="rId34"/>
    <p:sldLayoutId id="2147483785" r:id="rId35"/>
    <p:sldLayoutId id="2147483780" r:id="rId36"/>
    <p:sldLayoutId id="2147483782" r:id="rId3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438" userDrawn="1">
          <p15:clr>
            <a:srgbClr val="F26B43"/>
          </p15:clr>
        </p15:guide>
        <p15:guide id="6" orient="horz" pos="3974" userDrawn="1">
          <p15:clr>
            <a:srgbClr val="F26B43"/>
          </p15:clr>
        </p15:guide>
        <p15:guide id="7" orient="horz" pos="663" userDrawn="1">
          <p15:clr>
            <a:srgbClr val="F26B43"/>
          </p15:clr>
        </p15:guide>
        <p15:guide id="9" pos="3961" userDrawn="1">
          <p15:clr>
            <a:srgbClr val="F26B43"/>
          </p15:clr>
        </p15:guide>
        <p15:guide id="10" pos="3719" userDrawn="1">
          <p15:clr>
            <a:srgbClr val="F26B43"/>
          </p15:clr>
        </p15:guide>
        <p15:guide id="11" orient="horz" pos="4110" userDrawn="1">
          <p15:clr>
            <a:srgbClr val="F26B43"/>
          </p15:clr>
        </p15:guide>
        <p15:guide id="13" pos="7242" userDrawn="1">
          <p15:clr>
            <a:srgbClr val="F26B43"/>
          </p15:clr>
        </p15:guide>
        <p15:guide id="14" orient="horz" pos="981" userDrawn="1">
          <p15:clr>
            <a:srgbClr val="F26B43"/>
          </p15:clr>
        </p15:guide>
        <p15:guide id="15" pos="2772" userDrawn="1">
          <p15:clr>
            <a:srgbClr val="F26B43"/>
          </p15:clr>
        </p15:guide>
        <p15:guide id="16" pos="2570" userDrawn="1">
          <p15:clr>
            <a:srgbClr val="F26B43"/>
          </p15:clr>
        </p15:guide>
        <p15:guide id="17" pos="5110" userDrawn="1">
          <p15:clr>
            <a:srgbClr val="F26B43"/>
          </p15:clr>
        </p15:guide>
        <p15:guide id="18" pos="4908" userDrawn="1">
          <p15:clr>
            <a:srgbClr val="F26B43"/>
          </p15:clr>
        </p15:guide>
        <p15:guide id="19" orient="horz" pos="107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mailto:Thomas.kim@uq.edu.au" TargetMode="External"/><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my.uq.edu.au/information-and-services/manage-my-program/immunisation-and-disease-screening/student-immunisation-requirements/dentistry-medicine-midwifery-nursing"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jpeg"/></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92987-6E68-47E6-931F-15CD6EAC4FB8}"/>
              </a:ext>
            </a:extLst>
          </p:cNvPr>
          <p:cNvSpPr>
            <a:spLocks noGrp="1"/>
          </p:cNvSpPr>
          <p:nvPr>
            <p:ph type="title"/>
          </p:nvPr>
        </p:nvSpPr>
        <p:spPr/>
        <p:txBody>
          <a:bodyPr/>
          <a:lstStyle/>
          <a:p>
            <a:r>
              <a:rPr lang="en-AU" dirty="0"/>
              <a:t>Welcome &amp; Induction</a:t>
            </a:r>
          </a:p>
        </p:txBody>
      </p:sp>
      <p:sp>
        <p:nvSpPr>
          <p:cNvPr id="4" name="Text Placeholder 3">
            <a:extLst>
              <a:ext uri="{FF2B5EF4-FFF2-40B4-BE49-F238E27FC236}">
                <a16:creationId xmlns:a16="http://schemas.microsoft.com/office/drawing/2014/main" id="{3F91891B-CDDB-4FE8-9BA2-4CC0FB67BF9F}"/>
              </a:ext>
            </a:extLst>
          </p:cNvPr>
          <p:cNvSpPr>
            <a:spLocks noGrp="1"/>
          </p:cNvSpPr>
          <p:nvPr>
            <p:ph type="body" sz="quarter" idx="10"/>
          </p:nvPr>
        </p:nvSpPr>
        <p:spPr/>
        <p:txBody>
          <a:bodyPr/>
          <a:lstStyle/>
          <a:p>
            <a:r>
              <a:rPr lang="en-AU" dirty="0"/>
              <a:t>DENT1060: Dental Practice IA</a:t>
            </a:r>
          </a:p>
          <a:p>
            <a:pPr algn="ctr"/>
            <a:r>
              <a:rPr lang="en-AU" sz="1600" dirty="0"/>
              <a:t>Course Coordinator: Dr Thomas Kim 2025</a:t>
            </a:r>
          </a:p>
        </p:txBody>
      </p:sp>
    </p:spTree>
    <p:extLst>
      <p:ext uri="{BB962C8B-B14F-4D97-AF65-F5344CB8AC3E}">
        <p14:creationId xmlns:p14="http://schemas.microsoft.com/office/powerpoint/2010/main" val="1217444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67161B9B-054F-4E0F-BB79-944918A9A18A}"/>
              </a:ext>
            </a:extLst>
          </p:cNvPr>
          <p:cNvSpPr>
            <a:spLocks noGrp="1"/>
          </p:cNvSpPr>
          <p:nvPr>
            <p:ph sz="quarter" idx="10"/>
          </p:nvPr>
        </p:nvSpPr>
        <p:spPr>
          <a:xfrm>
            <a:off x="695326" y="1700213"/>
            <a:ext cx="7560914" cy="4608512"/>
          </a:xfrm>
        </p:spPr>
        <p:txBody>
          <a:bodyPr/>
          <a:lstStyle/>
          <a:p>
            <a:r>
              <a:rPr lang="en-AU" dirty="0"/>
              <a:t>I am located in Level 7 of the Oral Health Centre. Accessing into this space requires prior notice to me.</a:t>
            </a:r>
          </a:p>
          <a:p>
            <a:endParaRPr lang="en-AU" dirty="0"/>
          </a:p>
          <a:p>
            <a:r>
              <a:rPr lang="en-AU" dirty="0"/>
              <a:t>Usual days of work</a:t>
            </a:r>
          </a:p>
          <a:p>
            <a:r>
              <a:rPr lang="en-AU" dirty="0"/>
              <a:t>Wednesday, Thursday, Friday</a:t>
            </a:r>
          </a:p>
          <a:p>
            <a:endParaRPr lang="en-AU" dirty="0"/>
          </a:p>
          <a:p>
            <a:r>
              <a:rPr lang="en-AU" dirty="0"/>
              <a:t>Contact point</a:t>
            </a:r>
          </a:p>
          <a:p>
            <a:r>
              <a:rPr lang="en-AU" dirty="0">
                <a:hlinkClick r:id="rId2"/>
              </a:rPr>
              <a:t>Thomas.kim@uq.edu.au</a:t>
            </a:r>
            <a:endParaRPr lang="en-AU" dirty="0"/>
          </a:p>
          <a:p>
            <a:endParaRPr lang="en-AU" dirty="0"/>
          </a:p>
          <a:p>
            <a:r>
              <a:rPr lang="en-AU" dirty="0"/>
              <a:t>If at any stage, you have any concerns or matters you wish to discuss with me privately (outside of scheduled course hours), please email me and we can organise a time for discussion</a:t>
            </a:r>
          </a:p>
        </p:txBody>
      </p:sp>
      <p:sp>
        <p:nvSpPr>
          <p:cNvPr id="8" name="Title 7">
            <a:extLst>
              <a:ext uri="{FF2B5EF4-FFF2-40B4-BE49-F238E27FC236}">
                <a16:creationId xmlns:a16="http://schemas.microsoft.com/office/drawing/2014/main" id="{4B1AED59-1534-4921-AD20-402A6D186E67}"/>
              </a:ext>
            </a:extLst>
          </p:cNvPr>
          <p:cNvSpPr>
            <a:spLocks noGrp="1"/>
          </p:cNvSpPr>
          <p:nvPr>
            <p:ph type="title"/>
          </p:nvPr>
        </p:nvSpPr>
        <p:spPr/>
        <p:txBody>
          <a:bodyPr/>
          <a:lstStyle/>
          <a:p>
            <a:r>
              <a:rPr lang="en-AU" dirty="0"/>
              <a:t>Contacting me</a:t>
            </a:r>
          </a:p>
        </p:txBody>
      </p:sp>
      <p:sp>
        <p:nvSpPr>
          <p:cNvPr id="10" name="Text Placeholder 9">
            <a:extLst>
              <a:ext uri="{FF2B5EF4-FFF2-40B4-BE49-F238E27FC236}">
                <a16:creationId xmlns:a16="http://schemas.microsoft.com/office/drawing/2014/main" id="{EE4DFA57-FDE4-43C8-B3A8-42D31871720A}"/>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CB670E92-3AA9-4614-A780-E00910D9E0C9}"/>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3AAC87B6-164F-4892-A04B-AC06243353EE}"/>
              </a:ext>
            </a:extLst>
          </p:cNvPr>
          <p:cNvSpPr>
            <a:spLocks noGrp="1"/>
          </p:cNvSpPr>
          <p:nvPr>
            <p:ph type="sldNum" sz="quarter" idx="18"/>
          </p:nvPr>
        </p:nvSpPr>
        <p:spPr/>
        <p:txBody>
          <a:bodyPr/>
          <a:lstStyle/>
          <a:p>
            <a:fld id="{E917DE0E-AFB1-41FD-BC35-27DB61CA125F}" type="slidenum">
              <a:rPr lang="en-AU" smtClean="0"/>
              <a:pPr/>
              <a:t>2</a:t>
            </a:fld>
            <a:endParaRPr lang="en-AU" dirty="0"/>
          </a:p>
        </p:txBody>
      </p:sp>
      <p:sp>
        <p:nvSpPr>
          <p:cNvPr id="11" name="Date Placeholder 10">
            <a:extLst>
              <a:ext uri="{FF2B5EF4-FFF2-40B4-BE49-F238E27FC236}">
                <a16:creationId xmlns:a16="http://schemas.microsoft.com/office/drawing/2014/main" id="{CFF85628-2B5C-44F2-B05D-5E4B5455DB8F}"/>
              </a:ext>
            </a:extLst>
          </p:cNvPr>
          <p:cNvSpPr>
            <a:spLocks noGrp="1"/>
          </p:cNvSpPr>
          <p:nvPr>
            <p:ph type="dt" sz="half" idx="2"/>
          </p:nvPr>
        </p:nvSpPr>
        <p:spPr/>
        <p:txBody>
          <a:bodyPr/>
          <a:lstStyle/>
          <a:p>
            <a:r>
              <a:rPr lang="en-US"/>
              <a:t>[Entity Name]</a:t>
            </a:r>
            <a:endParaRPr lang="en-AU" dirty="0"/>
          </a:p>
        </p:txBody>
      </p:sp>
      <p:pic>
        <p:nvPicPr>
          <p:cNvPr id="3" name="Picture 2">
            <a:extLst>
              <a:ext uri="{FF2B5EF4-FFF2-40B4-BE49-F238E27FC236}">
                <a16:creationId xmlns:a16="http://schemas.microsoft.com/office/drawing/2014/main" id="{E83FA344-A016-0C50-B30A-9F1695F0C870}"/>
              </a:ext>
            </a:extLst>
          </p:cNvPr>
          <p:cNvPicPr>
            <a:picLocks noChangeAspect="1"/>
          </p:cNvPicPr>
          <p:nvPr/>
        </p:nvPicPr>
        <p:blipFill>
          <a:blip r:embed="rId3"/>
          <a:stretch>
            <a:fillRect/>
          </a:stretch>
        </p:blipFill>
        <p:spPr>
          <a:xfrm rot="5400000">
            <a:off x="9482699" y="1007732"/>
            <a:ext cx="3096343" cy="2322257"/>
          </a:xfrm>
          <a:prstGeom prst="rect">
            <a:avLst/>
          </a:prstGeom>
        </p:spPr>
      </p:pic>
      <p:pic>
        <p:nvPicPr>
          <p:cNvPr id="5" name="Picture 4">
            <a:extLst>
              <a:ext uri="{FF2B5EF4-FFF2-40B4-BE49-F238E27FC236}">
                <a16:creationId xmlns:a16="http://schemas.microsoft.com/office/drawing/2014/main" id="{6AA20128-B3BD-6E0B-009A-FE4C43357F80}"/>
              </a:ext>
            </a:extLst>
          </p:cNvPr>
          <p:cNvPicPr>
            <a:picLocks noChangeAspect="1"/>
          </p:cNvPicPr>
          <p:nvPr/>
        </p:nvPicPr>
        <p:blipFill>
          <a:blip r:embed="rId4"/>
          <a:srcRect b="1658"/>
          <a:stretch>
            <a:fillRect/>
          </a:stretch>
        </p:blipFill>
        <p:spPr>
          <a:xfrm rot="5400000">
            <a:off x="9456600" y="4130175"/>
            <a:ext cx="3148541" cy="2322258"/>
          </a:xfrm>
          <a:prstGeom prst="rect">
            <a:avLst/>
          </a:prstGeom>
        </p:spPr>
      </p:pic>
    </p:spTree>
    <p:extLst>
      <p:ext uri="{BB962C8B-B14F-4D97-AF65-F5344CB8AC3E}">
        <p14:creationId xmlns:p14="http://schemas.microsoft.com/office/powerpoint/2010/main" val="2803956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FFFE5-1143-4817-114C-D2116CE5EA0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0BD9488-F943-AE73-1AE9-41C87AA25A6D}"/>
              </a:ext>
            </a:extLst>
          </p:cNvPr>
          <p:cNvSpPr>
            <a:spLocks noGrp="1"/>
          </p:cNvSpPr>
          <p:nvPr>
            <p:ph type="title"/>
          </p:nvPr>
        </p:nvSpPr>
        <p:spPr>
          <a:xfrm>
            <a:off x="692208" y="3429000"/>
            <a:ext cx="10801350" cy="469056"/>
          </a:xfrm>
        </p:spPr>
        <p:txBody>
          <a:bodyPr/>
          <a:lstStyle/>
          <a:p>
            <a:pPr algn="ctr"/>
            <a:r>
              <a:rPr lang="en-AU" dirty="0"/>
              <a:t>What is dentistry (to you)?</a:t>
            </a:r>
          </a:p>
        </p:txBody>
      </p:sp>
      <p:sp>
        <p:nvSpPr>
          <p:cNvPr id="10" name="Text Placeholder 9">
            <a:extLst>
              <a:ext uri="{FF2B5EF4-FFF2-40B4-BE49-F238E27FC236}">
                <a16:creationId xmlns:a16="http://schemas.microsoft.com/office/drawing/2014/main" id="{9E1CA9AF-F4B6-7894-61A4-5D317A3B4150}"/>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9AF8A63F-F9E3-50F8-4CFE-8AE44B121B44}"/>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EFD104C3-AC59-CA6F-47A3-198A58F35442}"/>
              </a:ext>
            </a:extLst>
          </p:cNvPr>
          <p:cNvSpPr>
            <a:spLocks noGrp="1"/>
          </p:cNvSpPr>
          <p:nvPr>
            <p:ph type="sldNum" sz="quarter" idx="18"/>
          </p:nvPr>
        </p:nvSpPr>
        <p:spPr/>
        <p:txBody>
          <a:bodyPr/>
          <a:lstStyle/>
          <a:p>
            <a:fld id="{E917DE0E-AFB1-41FD-BC35-27DB61CA125F}" type="slidenum">
              <a:rPr lang="en-AU" smtClean="0"/>
              <a:pPr/>
              <a:t>3</a:t>
            </a:fld>
            <a:endParaRPr lang="en-AU" dirty="0"/>
          </a:p>
        </p:txBody>
      </p:sp>
      <p:sp>
        <p:nvSpPr>
          <p:cNvPr id="11" name="Date Placeholder 10">
            <a:extLst>
              <a:ext uri="{FF2B5EF4-FFF2-40B4-BE49-F238E27FC236}">
                <a16:creationId xmlns:a16="http://schemas.microsoft.com/office/drawing/2014/main" id="{50E2CAC9-86FF-0733-E079-93F024220F83}"/>
              </a:ext>
            </a:extLst>
          </p:cNvPr>
          <p:cNvSpPr>
            <a:spLocks noGrp="1"/>
          </p:cNvSpPr>
          <p:nvPr>
            <p:ph type="dt" sz="half" idx="2"/>
          </p:nvPr>
        </p:nvSpPr>
        <p:spPr/>
        <p:txBody>
          <a:bodyPr/>
          <a:lstStyle/>
          <a:p>
            <a:r>
              <a:rPr lang="en-US"/>
              <a:t>[Entity Name]</a:t>
            </a:r>
            <a:endParaRPr lang="en-AU" dirty="0"/>
          </a:p>
        </p:txBody>
      </p:sp>
    </p:spTree>
    <p:extLst>
      <p:ext uri="{BB962C8B-B14F-4D97-AF65-F5344CB8AC3E}">
        <p14:creationId xmlns:p14="http://schemas.microsoft.com/office/powerpoint/2010/main" val="919834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1E387-64FA-BA76-2271-E8D5AF87A9C3}"/>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F4ECF7B8-292D-3FFF-262C-29B1A094A2A8}"/>
              </a:ext>
            </a:extLst>
          </p:cNvPr>
          <p:cNvSpPr>
            <a:spLocks noGrp="1"/>
          </p:cNvSpPr>
          <p:nvPr>
            <p:ph sz="quarter" idx="10"/>
          </p:nvPr>
        </p:nvSpPr>
        <p:spPr/>
        <p:txBody>
          <a:bodyPr/>
          <a:lstStyle/>
          <a:p>
            <a:r>
              <a:rPr lang="en-AU" dirty="0"/>
              <a:t>There’s also other fields in dentistry</a:t>
            </a:r>
          </a:p>
          <a:p>
            <a:pPr marL="285750" indent="-285750">
              <a:buFont typeface="Arial" panose="020B0604020202020204" pitchFamily="34" charset="0"/>
              <a:buChar char="•"/>
            </a:pPr>
            <a:r>
              <a:rPr lang="en-AU" dirty="0"/>
              <a:t>General dentistry!</a:t>
            </a:r>
          </a:p>
          <a:p>
            <a:pPr marL="285750" indent="-285750">
              <a:buFont typeface="Arial" panose="020B0604020202020204" pitchFamily="34" charset="0"/>
              <a:buChar char="•"/>
            </a:pPr>
            <a:r>
              <a:rPr lang="en-AU" dirty="0"/>
              <a:t>Research</a:t>
            </a:r>
          </a:p>
          <a:p>
            <a:pPr marL="285750" indent="-285750">
              <a:buFont typeface="Arial" panose="020B0604020202020204" pitchFamily="34" charset="0"/>
              <a:buChar char="•"/>
            </a:pPr>
            <a:r>
              <a:rPr lang="en-AU" dirty="0"/>
              <a:t>Public dentistry (working in hospitals)</a:t>
            </a:r>
          </a:p>
          <a:p>
            <a:pPr marL="285750" indent="-285750">
              <a:buFont typeface="Arial" panose="020B0604020202020204" pitchFamily="34" charset="0"/>
              <a:buChar char="•"/>
            </a:pPr>
            <a:r>
              <a:rPr lang="en-AU" dirty="0"/>
              <a:t>University positions</a:t>
            </a:r>
          </a:p>
          <a:p>
            <a:pPr marL="285750" indent="-285750">
              <a:buFont typeface="Arial" panose="020B0604020202020204" pitchFamily="34" charset="0"/>
              <a:buChar char="•"/>
            </a:pPr>
            <a:r>
              <a:rPr lang="en-AU" dirty="0"/>
              <a:t>Consultant positions (E.G. </a:t>
            </a:r>
            <a:r>
              <a:rPr lang="en-AU" dirty="0" err="1"/>
              <a:t>dento</a:t>
            </a:r>
            <a:r>
              <a:rPr lang="en-AU" dirty="0"/>
              <a:t>-legal consultant)</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dirty="0"/>
              <a:t>My best advice to you is…</a:t>
            </a:r>
          </a:p>
          <a:p>
            <a:pPr marL="465750" lvl="1" indent="-285750"/>
            <a:r>
              <a:rPr lang="en-AU" dirty="0"/>
              <a:t>Be open minded and look into each of these fields and </a:t>
            </a:r>
            <a:r>
              <a:rPr lang="en-AU" u="sng" dirty="0"/>
              <a:t>EXACTLY </a:t>
            </a:r>
            <a:r>
              <a:rPr lang="en-AU" dirty="0"/>
              <a:t>what skills/roles they require</a:t>
            </a:r>
          </a:p>
          <a:p>
            <a:endParaRPr lang="en-AU" dirty="0"/>
          </a:p>
        </p:txBody>
      </p:sp>
      <p:sp>
        <p:nvSpPr>
          <p:cNvPr id="8" name="Title 7">
            <a:extLst>
              <a:ext uri="{FF2B5EF4-FFF2-40B4-BE49-F238E27FC236}">
                <a16:creationId xmlns:a16="http://schemas.microsoft.com/office/drawing/2014/main" id="{6AE6D032-8E45-920E-4AC7-0BC78A792339}"/>
              </a:ext>
            </a:extLst>
          </p:cNvPr>
          <p:cNvSpPr>
            <a:spLocks noGrp="1"/>
          </p:cNvSpPr>
          <p:nvPr>
            <p:ph type="title"/>
          </p:nvPr>
        </p:nvSpPr>
        <p:spPr/>
        <p:txBody>
          <a:bodyPr/>
          <a:lstStyle/>
          <a:p>
            <a:r>
              <a:rPr lang="en-AU" dirty="0"/>
              <a:t>What fields of dentistry are there?</a:t>
            </a:r>
          </a:p>
        </p:txBody>
      </p:sp>
      <p:sp>
        <p:nvSpPr>
          <p:cNvPr id="10" name="Text Placeholder 9">
            <a:extLst>
              <a:ext uri="{FF2B5EF4-FFF2-40B4-BE49-F238E27FC236}">
                <a16:creationId xmlns:a16="http://schemas.microsoft.com/office/drawing/2014/main" id="{84DBEF0A-D3E7-E359-B20E-B3FDC6D51C2A}"/>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E4801A9D-AA31-3DB3-BBCE-9599BF42CDD4}"/>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F4DB17E2-985B-ECF5-B6AB-D86F65FB4D96}"/>
              </a:ext>
            </a:extLst>
          </p:cNvPr>
          <p:cNvSpPr>
            <a:spLocks noGrp="1"/>
          </p:cNvSpPr>
          <p:nvPr>
            <p:ph type="sldNum" sz="quarter" idx="18"/>
          </p:nvPr>
        </p:nvSpPr>
        <p:spPr/>
        <p:txBody>
          <a:bodyPr/>
          <a:lstStyle/>
          <a:p>
            <a:fld id="{E917DE0E-AFB1-41FD-BC35-27DB61CA125F}" type="slidenum">
              <a:rPr lang="en-AU" smtClean="0"/>
              <a:pPr/>
              <a:t>4</a:t>
            </a:fld>
            <a:endParaRPr lang="en-AU" dirty="0"/>
          </a:p>
        </p:txBody>
      </p:sp>
      <p:sp>
        <p:nvSpPr>
          <p:cNvPr id="11" name="Date Placeholder 10">
            <a:extLst>
              <a:ext uri="{FF2B5EF4-FFF2-40B4-BE49-F238E27FC236}">
                <a16:creationId xmlns:a16="http://schemas.microsoft.com/office/drawing/2014/main" id="{BF0DB797-C42C-4609-EFC3-A89581F018D8}"/>
              </a:ext>
            </a:extLst>
          </p:cNvPr>
          <p:cNvSpPr>
            <a:spLocks noGrp="1"/>
          </p:cNvSpPr>
          <p:nvPr>
            <p:ph type="dt" sz="half" idx="2"/>
          </p:nvPr>
        </p:nvSpPr>
        <p:spPr/>
        <p:txBody>
          <a:bodyPr/>
          <a:lstStyle/>
          <a:p>
            <a:r>
              <a:rPr lang="en-US"/>
              <a:t>[Entity Name]</a:t>
            </a:r>
            <a:endParaRPr lang="en-AU" dirty="0"/>
          </a:p>
        </p:txBody>
      </p:sp>
      <p:pic>
        <p:nvPicPr>
          <p:cNvPr id="4" name="Picture 3">
            <a:extLst>
              <a:ext uri="{FF2B5EF4-FFF2-40B4-BE49-F238E27FC236}">
                <a16:creationId xmlns:a16="http://schemas.microsoft.com/office/drawing/2014/main" id="{BF566778-3D3F-7232-B407-1F43F01EF5C6}"/>
              </a:ext>
            </a:extLst>
          </p:cNvPr>
          <p:cNvPicPr>
            <a:picLocks noChangeAspect="1"/>
          </p:cNvPicPr>
          <p:nvPr/>
        </p:nvPicPr>
        <p:blipFill>
          <a:blip r:embed="rId2"/>
          <a:stretch>
            <a:fillRect/>
          </a:stretch>
        </p:blipFill>
        <p:spPr>
          <a:xfrm>
            <a:off x="6276900" y="1700213"/>
            <a:ext cx="5219700" cy="2603500"/>
          </a:xfrm>
          <a:prstGeom prst="rect">
            <a:avLst/>
          </a:prstGeom>
        </p:spPr>
      </p:pic>
    </p:spTree>
    <p:extLst>
      <p:ext uri="{BB962C8B-B14F-4D97-AF65-F5344CB8AC3E}">
        <p14:creationId xmlns:p14="http://schemas.microsoft.com/office/powerpoint/2010/main" val="3741565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82A79-53FA-93E9-9E19-862EA3D92B02}"/>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D1BFC3CC-53D1-1177-472A-22BD3E17AC2F}"/>
              </a:ext>
            </a:extLst>
          </p:cNvPr>
          <p:cNvSpPr>
            <a:spLocks noGrp="1"/>
          </p:cNvSpPr>
          <p:nvPr>
            <p:ph sz="quarter" idx="10"/>
          </p:nvPr>
        </p:nvSpPr>
        <p:spPr/>
        <p:txBody>
          <a:bodyPr/>
          <a:lstStyle/>
          <a:p>
            <a:pPr marL="285750" indent="-285750">
              <a:buFont typeface="Arial" panose="020B0604020202020204" pitchFamily="34" charset="0"/>
              <a:buChar char="•"/>
            </a:pPr>
            <a:r>
              <a:rPr lang="en-AU" dirty="0"/>
              <a:t>You can’t!</a:t>
            </a:r>
          </a:p>
          <a:p>
            <a:pPr marL="465750" lvl="1" indent="-285750"/>
            <a:r>
              <a:rPr lang="en-AU" dirty="0"/>
              <a:t>You can try plan your future as best as possible, but this is 5years, and you need 2~5years of experience to actually know if you enjoy your work field</a:t>
            </a:r>
          </a:p>
          <a:p>
            <a:pPr marL="285750" indent="-285750">
              <a:buFont typeface="Arial" panose="020B0604020202020204" pitchFamily="34" charset="0"/>
              <a:buChar char="•"/>
            </a:pPr>
            <a:r>
              <a:rPr lang="en-AU" dirty="0"/>
              <a:t>My personal 2 cents</a:t>
            </a:r>
          </a:p>
          <a:p>
            <a:pPr marL="465750" lvl="1" indent="-285750"/>
            <a:r>
              <a:rPr lang="en-AU" dirty="0"/>
              <a:t>UQ generally hosts new/recent graduate dentist panel (usually for 3</a:t>
            </a:r>
            <a:r>
              <a:rPr lang="en-AU" baseline="30000" dirty="0"/>
              <a:t>rd</a:t>
            </a:r>
            <a:r>
              <a:rPr lang="en-AU" dirty="0"/>
              <a:t>/4</a:t>
            </a:r>
            <a:r>
              <a:rPr lang="en-AU" baseline="30000" dirty="0"/>
              <a:t>th</a:t>
            </a:r>
            <a:r>
              <a:rPr lang="en-AU" dirty="0"/>
              <a:t>/5</a:t>
            </a:r>
            <a:r>
              <a:rPr lang="en-AU" baseline="30000" dirty="0"/>
              <a:t>th</a:t>
            </a:r>
            <a:r>
              <a:rPr lang="en-AU" dirty="0"/>
              <a:t> years)</a:t>
            </a:r>
          </a:p>
          <a:p>
            <a:pPr marL="645750" lvl="2" indent="-285750"/>
            <a:r>
              <a:rPr lang="en-AU" dirty="0"/>
              <a:t>Attending it can you give a very good and real perspective of how wide the Dental field is</a:t>
            </a:r>
          </a:p>
          <a:p>
            <a:pPr marL="465750" lvl="1" indent="-285750"/>
            <a:r>
              <a:rPr lang="en-AU" dirty="0"/>
              <a:t>Give “some” attention to your lecturers/supervisors journey through dentistry</a:t>
            </a:r>
          </a:p>
          <a:p>
            <a:pPr marL="645750" lvl="2" indent="-285750"/>
            <a:r>
              <a:rPr lang="en-AU" dirty="0"/>
              <a:t>There’s various ways to reach where you want to be</a:t>
            </a:r>
          </a:p>
          <a:p>
            <a:pPr marL="645750" lvl="2" indent="-285750"/>
            <a:r>
              <a:rPr lang="en-AU" dirty="0"/>
              <a:t>There’s also a recipe of success for many of these pathways</a:t>
            </a:r>
          </a:p>
        </p:txBody>
      </p:sp>
      <p:sp>
        <p:nvSpPr>
          <p:cNvPr id="8" name="Title 7">
            <a:extLst>
              <a:ext uri="{FF2B5EF4-FFF2-40B4-BE49-F238E27FC236}">
                <a16:creationId xmlns:a16="http://schemas.microsoft.com/office/drawing/2014/main" id="{245D471D-6D65-5F8A-2418-7479D579FC09}"/>
              </a:ext>
            </a:extLst>
          </p:cNvPr>
          <p:cNvSpPr>
            <a:spLocks noGrp="1"/>
          </p:cNvSpPr>
          <p:nvPr>
            <p:ph type="title"/>
          </p:nvPr>
        </p:nvSpPr>
        <p:spPr/>
        <p:txBody>
          <a:bodyPr/>
          <a:lstStyle/>
          <a:p>
            <a:r>
              <a:rPr lang="en-AU" dirty="0"/>
              <a:t>How do you decide what you want to do?</a:t>
            </a:r>
          </a:p>
        </p:txBody>
      </p:sp>
      <p:sp>
        <p:nvSpPr>
          <p:cNvPr id="10" name="Text Placeholder 9">
            <a:extLst>
              <a:ext uri="{FF2B5EF4-FFF2-40B4-BE49-F238E27FC236}">
                <a16:creationId xmlns:a16="http://schemas.microsoft.com/office/drawing/2014/main" id="{7BC8E4B3-80F0-3589-0635-4C4EA0E10B35}"/>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0D510837-F68B-DC58-A7D5-E56DC8897A5A}"/>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BBAA9712-9671-34AE-5D39-1E5D7417BE99}"/>
              </a:ext>
            </a:extLst>
          </p:cNvPr>
          <p:cNvSpPr>
            <a:spLocks noGrp="1"/>
          </p:cNvSpPr>
          <p:nvPr>
            <p:ph type="sldNum" sz="quarter" idx="18"/>
          </p:nvPr>
        </p:nvSpPr>
        <p:spPr/>
        <p:txBody>
          <a:bodyPr/>
          <a:lstStyle/>
          <a:p>
            <a:fld id="{E917DE0E-AFB1-41FD-BC35-27DB61CA125F}" type="slidenum">
              <a:rPr lang="en-AU" smtClean="0"/>
              <a:pPr/>
              <a:t>5</a:t>
            </a:fld>
            <a:endParaRPr lang="en-AU" dirty="0"/>
          </a:p>
        </p:txBody>
      </p:sp>
      <p:sp>
        <p:nvSpPr>
          <p:cNvPr id="11" name="Date Placeholder 10">
            <a:extLst>
              <a:ext uri="{FF2B5EF4-FFF2-40B4-BE49-F238E27FC236}">
                <a16:creationId xmlns:a16="http://schemas.microsoft.com/office/drawing/2014/main" id="{E6C18373-50F2-50C5-4A0D-BB8DE0CD0681}"/>
              </a:ext>
            </a:extLst>
          </p:cNvPr>
          <p:cNvSpPr>
            <a:spLocks noGrp="1"/>
          </p:cNvSpPr>
          <p:nvPr>
            <p:ph type="dt" sz="half" idx="2"/>
          </p:nvPr>
        </p:nvSpPr>
        <p:spPr/>
        <p:txBody>
          <a:bodyPr/>
          <a:lstStyle/>
          <a:p>
            <a:r>
              <a:rPr lang="en-US"/>
              <a:t>[Entity Name]</a:t>
            </a:r>
            <a:endParaRPr lang="en-AU" dirty="0"/>
          </a:p>
        </p:txBody>
      </p:sp>
    </p:spTree>
    <p:extLst>
      <p:ext uri="{BB962C8B-B14F-4D97-AF65-F5344CB8AC3E}">
        <p14:creationId xmlns:p14="http://schemas.microsoft.com/office/powerpoint/2010/main" val="4157839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21630C40-B8CA-62B7-D4B5-2EB035510F3D}"/>
              </a:ext>
            </a:extLst>
          </p:cNvPr>
          <p:cNvPicPr>
            <a:picLocks noGrp="1" noChangeAspect="1"/>
          </p:cNvPicPr>
          <p:nvPr>
            <p:ph sz="quarter" idx="10"/>
          </p:nvPr>
        </p:nvPicPr>
        <p:blipFill>
          <a:blip r:embed="rId2"/>
          <a:stretch>
            <a:fillRect/>
          </a:stretch>
        </p:blipFill>
        <p:spPr>
          <a:xfrm>
            <a:off x="7249942" y="1700118"/>
            <a:ext cx="4246658" cy="4608512"/>
          </a:xfrm>
        </p:spPr>
      </p:pic>
      <p:sp>
        <p:nvSpPr>
          <p:cNvPr id="3" name="Title 2">
            <a:extLst>
              <a:ext uri="{FF2B5EF4-FFF2-40B4-BE49-F238E27FC236}">
                <a16:creationId xmlns:a16="http://schemas.microsoft.com/office/drawing/2014/main" id="{FD4D8652-FB84-AB08-B08F-075A6C23E959}"/>
              </a:ext>
            </a:extLst>
          </p:cNvPr>
          <p:cNvSpPr>
            <a:spLocks noGrp="1"/>
          </p:cNvSpPr>
          <p:nvPr>
            <p:ph type="title"/>
          </p:nvPr>
        </p:nvSpPr>
        <p:spPr/>
        <p:txBody>
          <a:bodyPr>
            <a:normAutofit fontScale="90000"/>
          </a:bodyPr>
          <a:lstStyle/>
          <a:p>
            <a:r>
              <a:rPr lang="en-AU" dirty="0"/>
              <a:t>Learning to transition from High School/non-health degree to Dentistry</a:t>
            </a:r>
          </a:p>
        </p:txBody>
      </p:sp>
      <p:sp>
        <p:nvSpPr>
          <p:cNvPr id="4" name="Text Placeholder 3">
            <a:extLst>
              <a:ext uri="{FF2B5EF4-FFF2-40B4-BE49-F238E27FC236}">
                <a16:creationId xmlns:a16="http://schemas.microsoft.com/office/drawing/2014/main" id="{C0ED1380-2AAD-9763-92BD-513BF0AE6313}"/>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6E08DFC0-C7C5-4F19-DE0D-C937DC303272}"/>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18FBFD81-794E-8C48-330C-60396833F71C}"/>
              </a:ext>
            </a:extLst>
          </p:cNvPr>
          <p:cNvSpPr>
            <a:spLocks noGrp="1"/>
          </p:cNvSpPr>
          <p:nvPr>
            <p:ph type="sldNum" sz="quarter" idx="18"/>
          </p:nvPr>
        </p:nvSpPr>
        <p:spPr/>
        <p:txBody>
          <a:bodyPr/>
          <a:lstStyle/>
          <a:p>
            <a:fld id="{E917DE0E-AFB1-41FD-BC35-27DB61CA125F}" type="slidenum">
              <a:rPr lang="en-AU" smtClean="0"/>
              <a:pPr/>
              <a:t>6</a:t>
            </a:fld>
            <a:endParaRPr lang="en-AU" dirty="0"/>
          </a:p>
        </p:txBody>
      </p:sp>
      <p:sp>
        <p:nvSpPr>
          <p:cNvPr id="7" name="Date Placeholder 6">
            <a:extLst>
              <a:ext uri="{FF2B5EF4-FFF2-40B4-BE49-F238E27FC236}">
                <a16:creationId xmlns:a16="http://schemas.microsoft.com/office/drawing/2014/main" id="{89FE2845-A705-9744-2B4A-8BBEEF3E31A7}"/>
              </a:ext>
            </a:extLst>
          </p:cNvPr>
          <p:cNvSpPr>
            <a:spLocks noGrp="1"/>
          </p:cNvSpPr>
          <p:nvPr>
            <p:ph type="dt" sz="half" idx="2"/>
          </p:nvPr>
        </p:nvSpPr>
        <p:spPr/>
        <p:txBody>
          <a:bodyPr/>
          <a:lstStyle/>
          <a:p>
            <a:r>
              <a:rPr lang="en-US"/>
              <a:t>[Entity Name]</a:t>
            </a:r>
            <a:endParaRPr lang="en-AU" dirty="0"/>
          </a:p>
        </p:txBody>
      </p:sp>
      <p:sp>
        <p:nvSpPr>
          <p:cNvPr id="10" name="Content Placeholder 8">
            <a:extLst>
              <a:ext uri="{FF2B5EF4-FFF2-40B4-BE49-F238E27FC236}">
                <a16:creationId xmlns:a16="http://schemas.microsoft.com/office/drawing/2014/main" id="{3B9B5253-EAC8-9268-A555-183B2EC23364}"/>
              </a:ext>
            </a:extLst>
          </p:cNvPr>
          <p:cNvSpPr txBox="1">
            <a:spLocks/>
          </p:cNvSpPr>
          <p:nvPr/>
        </p:nvSpPr>
        <p:spPr>
          <a:xfrm>
            <a:off x="695326" y="1700213"/>
            <a:ext cx="6554616" cy="4608512"/>
          </a:xfrm>
          <a:prstGeom prst="rect">
            <a:avLst/>
          </a:prstGeom>
        </p:spPr>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dirty="0"/>
              <a:t>Whilst, yes, University will still provide marking criteria for assessments, guidelines for performance, etc…</a:t>
            </a:r>
          </a:p>
          <a:p>
            <a:pPr marL="285750" indent="-285750">
              <a:buFont typeface="Arial" panose="020B0604020202020204" pitchFamily="34" charset="0"/>
              <a:buChar char="•"/>
            </a:pPr>
            <a:r>
              <a:rPr lang="en-AU" dirty="0"/>
              <a:t>Dentistry has a strong expectation that you self-identify and nurture your growth</a:t>
            </a:r>
          </a:p>
          <a:p>
            <a:pPr marL="285750" indent="-285750">
              <a:buFont typeface="Arial" panose="020B0604020202020204" pitchFamily="34" charset="0"/>
              <a:buChar char="•"/>
            </a:pPr>
            <a:r>
              <a:rPr lang="en-AU" dirty="0"/>
              <a:t>UQ Dentistry staff are here to help provide guidance and perspective</a:t>
            </a:r>
          </a:p>
          <a:p>
            <a:pPr marL="285750" indent="-285750">
              <a:buFont typeface="Arial" panose="020B0604020202020204" pitchFamily="34" charset="0"/>
              <a:buChar char="•"/>
            </a:pPr>
            <a:r>
              <a:rPr lang="en-AU" dirty="0"/>
              <a:t>The faster you can come to appreciate this, the better you can thrive!</a:t>
            </a:r>
          </a:p>
        </p:txBody>
      </p:sp>
    </p:spTree>
    <p:extLst>
      <p:ext uri="{BB962C8B-B14F-4D97-AF65-F5344CB8AC3E}">
        <p14:creationId xmlns:p14="http://schemas.microsoft.com/office/powerpoint/2010/main" val="3814284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B7483-B88C-44F9-4375-2B14701A7C5F}"/>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36146EBC-708B-6CCA-06AD-DFF228C68511}"/>
              </a:ext>
            </a:extLst>
          </p:cNvPr>
          <p:cNvSpPr>
            <a:spLocks noGrp="1"/>
          </p:cNvSpPr>
          <p:nvPr>
            <p:ph sz="quarter" idx="10"/>
          </p:nvPr>
        </p:nvSpPr>
        <p:spPr/>
        <p:txBody>
          <a:bodyPr>
            <a:normAutofit/>
          </a:bodyPr>
          <a:lstStyle/>
          <a:p>
            <a:r>
              <a:rPr lang="en-AU" dirty="0">
                <a:solidFill>
                  <a:srgbClr val="20152A"/>
                </a:solidFill>
                <a:effectLst/>
                <a:latin typeface="Helvetica" pitchFamily="2" charset="0"/>
              </a:rPr>
              <a:t>1. Understand effective communication techniques to facilitate person-centred dental practice.</a:t>
            </a:r>
          </a:p>
          <a:p>
            <a:r>
              <a:rPr lang="en-AU" dirty="0">
                <a:solidFill>
                  <a:srgbClr val="20152A"/>
                </a:solidFill>
                <a:effectLst/>
                <a:latin typeface="Helvetica" pitchFamily="2" charset="0"/>
              </a:rPr>
              <a:t>2. Demonstrate an emerging critically reflective approach to dental practice.</a:t>
            </a:r>
          </a:p>
          <a:p>
            <a:r>
              <a:rPr lang="en-AU" dirty="0">
                <a:solidFill>
                  <a:srgbClr val="20152A"/>
                </a:solidFill>
                <a:effectLst/>
                <a:latin typeface="Helvetica" pitchFamily="2" charset="0"/>
              </a:rPr>
              <a:t>3. Describe the anatomy of the primary and permanent dentition.</a:t>
            </a:r>
          </a:p>
          <a:p>
            <a:r>
              <a:rPr lang="en-AU" dirty="0">
                <a:solidFill>
                  <a:srgbClr val="20152A"/>
                </a:solidFill>
                <a:effectLst/>
                <a:latin typeface="Helvetica" pitchFamily="2" charset="0"/>
              </a:rPr>
              <a:t>4. Manage and maintain a safe working environment, including principles of ergonomics.</a:t>
            </a:r>
          </a:p>
          <a:p>
            <a:r>
              <a:rPr lang="en-AU" dirty="0">
                <a:solidFill>
                  <a:srgbClr val="20152A"/>
                </a:solidFill>
                <a:effectLst/>
                <a:latin typeface="Helvetica" pitchFamily="2" charset="0"/>
              </a:rPr>
              <a:t>5. Conduct and record a thorough patient interview to collect relevant medical, dental and social information.</a:t>
            </a:r>
          </a:p>
          <a:p>
            <a:r>
              <a:rPr lang="en-AU" dirty="0">
                <a:solidFill>
                  <a:srgbClr val="20152A"/>
                </a:solidFill>
                <a:effectLst/>
                <a:latin typeface="Helvetica" pitchFamily="2" charset="0"/>
              </a:rPr>
              <a:t>6. Understand the ethical principles and legal responsibilities involved in the provision of person-centred dental practice.</a:t>
            </a:r>
          </a:p>
          <a:p>
            <a:r>
              <a:rPr lang="en-AU" dirty="0">
                <a:solidFill>
                  <a:srgbClr val="20152A"/>
                </a:solidFill>
                <a:effectLst/>
                <a:latin typeface="Helvetica" pitchFamily="2" charset="0"/>
              </a:rPr>
              <a:t>7. Understand the principles of prevention of diseases in the oral cavity.</a:t>
            </a:r>
          </a:p>
          <a:p>
            <a:endParaRPr lang="en-AU" dirty="0"/>
          </a:p>
          <a:p>
            <a:r>
              <a:rPr lang="en-AU" dirty="0"/>
              <a:t>Course learning objectives and lecture learning objectives are different!</a:t>
            </a:r>
          </a:p>
        </p:txBody>
      </p:sp>
      <p:sp>
        <p:nvSpPr>
          <p:cNvPr id="8" name="Title 7">
            <a:extLst>
              <a:ext uri="{FF2B5EF4-FFF2-40B4-BE49-F238E27FC236}">
                <a16:creationId xmlns:a16="http://schemas.microsoft.com/office/drawing/2014/main" id="{4BA5886F-F527-60E5-C0C4-605D8648A7E4}"/>
              </a:ext>
            </a:extLst>
          </p:cNvPr>
          <p:cNvSpPr>
            <a:spLocks noGrp="1"/>
          </p:cNvSpPr>
          <p:nvPr>
            <p:ph type="title"/>
          </p:nvPr>
        </p:nvSpPr>
        <p:spPr/>
        <p:txBody>
          <a:bodyPr/>
          <a:lstStyle/>
          <a:p>
            <a:r>
              <a:rPr lang="en-AU" dirty="0"/>
              <a:t>DENT1060 course learning objectives</a:t>
            </a:r>
          </a:p>
        </p:txBody>
      </p:sp>
      <p:sp>
        <p:nvSpPr>
          <p:cNvPr id="10" name="Text Placeholder 9">
            <a:extLst>
              <a:ext uri="{FF2B5EF4-FFF2-40B4-BE49-F238E27FC236}">
                <a16:creationId xmlns:a16="http://schemas.microsoft.com/office/drawing/2014/main" id="{F9D54189-A59E-2BDC-0D77-EA3DD619D45E}"/>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C3246F66-ED6E-CE53-DCEB-F98EF4D686E0}"/>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F386D986-E672-5633-6921-EB3844DE8135}"/>
              </a:ext>
            </a:extLst>
          </p:cNvPr>
          <p:cNvSpPr>
            <a:spLocks noGrp="1"/>
          </p:cNvSpPr>
          <p:nvPr>
            <p:ph type="sldNum" sz="quarter" idx="18"/>
          </p:nvPr>
        </p:nvSpPr>
        <p:spPr/>
        <p:txBody>
          <a:bodyPr/>
          <a:lstStyle/>
          <a:p>
            <a:fld id="{E917DE0E-AFB1-41FD-BC35-27DB61CA125F}" type="slidenum">
              <a:rPr lang="en-AU" smtClean="0"/>
              <a:pPr/>
              <a:t>7</a:t>
            </a:fld>
            <a:endParaRPr lang="en-AU" dirty="0"/>
          </a:p>
        </p:txBody>
      </p:sp>
      <p:sp>
        <p:nvSpPr>
          <p:cNvPr id="11" name="Date Placeholder 10">
            <a:extLst>
              <a:ext uri="{FF2B5EF4-FFF2-40B4-BE49-F238E27FC236}">
                <a16:creationId xmlns:a16="http://schemas.microsoft.com/office/drawing/2014/main" id="{11E2F6DC-C987-D795-DCC9-AD7F4509BE48}"/>
              </a:ext>
            </a:extLst>
          </p:cNvPr>
          <p:cNvSpPr>
            <a:spLocks noGrp="1"/>
          </p:cNvSpPr>
          <p:nvPr>
            <p:ph type="dt" sz="half" idx="2"/>
          </p:nvPr>
        </p:nvSpPr>
        <p:spPr/>
        <p:txBody>
          <a:bodyPr/>
          <a:lstStyle/>
          <a:p>
            <a:r>
              <a:rPr lang="en-US"/>
              <a:t>[Entity Name]</a:t>
            </a:r>
            <a:endParaRPr lang="en-AU" dirty="0"/>
          </a:p>
        </p:txBody>
      </p:sp>
    </p:spTree>
    <p:extLst>
      <p:ext uri="{BB962C8B-B14F-4D97-AF65-F5344CB8AC3E}">
        <p14:creationId xmlns:p14="http://schemas.microsoft.com/office/powerpoint/2010/main" val="1773041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1749A-0EBF-DCF8-8C16-7A952A615409}"/>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249ADC15-1E97-665F-6B6B-F8CFB738E824}"/>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363B3C9F-2ABF-4255-50AB-F278B2C88BC7}"/>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F7E1B547-D36A-1B59-B3B7-B2A4006E3B63}"/>
              </a:ext>
            </a:extLst>
          </p:cNvPr>
          <p:cNvSpPr>
            <a:spLocks noGrp="1"/>
          </p:cNvSpPr>
          <p:nvPr>
            <p:ph type="sldNum" sz="quarter" idx="18"/>
          </p:nvPr>
        </p:nvSpPr>
        <p:spPr/>
        <p:txBody>
          <a:bodyPr/>
          <a:lstStyle/>
          <a:p>
            <a:fld id="{E917DE0E-AFB1-41FD-BC35-27DB61CA125F}" type="slidenum">
              <a:rPr lang="en-AU" smtClean="0"/>
              <a:pPr/>
              <a:t>8</a:t>
            </a:fld>
            <a:endParaRPr lang="en-AU" dirty="0"/>
          </a:p>
        </p:txBody>
      </p:sp>
      <p:sp>
        <p:nvSpPr>
          <p:cNvPr id="11" name="Date Placeholder 10">
            <a:extLst>
              <a:ext uri="{FF2B5EF4-FFF2-40B4-BE49-F238E27FC236}">
                <a16:creationId xmlns:a16="http://schemas.microsoft.com/office/drawing/2014/main" id="{0D9357B4-9911-70E8-D0D9-180F73DF5CFE}"/>
              </a:ext>
            </a:extLst>
          </p:cNvPr>
          <p:cNvSpPr>
            <a:spLocks noGrp="1"/>
          </p:cNvSpPr>
          <p:nvPr>
            <p:ph type="dt" sz="half" idx="2"/>
          </p:nvPr>
        </p:nvSpPr>
        <p:spPr/>
        <p:txBody>
          <a:bodyPr/>
          <a:lstStyle/>
          <a:p>
            <a:r>
              <a:rPr lang="en-US"/>
              <a:t>[Entity Name]</a:t>
            </a:r>
            <a:endParaRPr lang="en-AU" dirty="0"/>
          </a:p>
        </p:txBody>
      </p:sp>
      <p:pic>
        <p:nvPicPr>
          <p:cNvPr id="4" name="Picture 3">
            <a:extLst>
              <a:ext uri="{FF2B5EF4-FFF2-40B4-BE49-F238E27FC236}">
                <a16:creationId xmlns:a16="http://schemas.microsoft.com/office/drawing/2014/main" id="{8A71EF51-A52B-20BF-132A-A7C519EAA845}"/>
              </a:ext>
            </a:extLst>
          </p:cNvPr>
          <p:cNvPicPr>
            <a:picLocks noChangeAspect="1"/>
          </p:cNvPicPr>
          <p:nvPr/>
        </p:nvPicPr>
        <p:blipFill>
          <a:blip r:embed="rId2"/>
          <a:stretch>
            <a:fillRect/>
          </a:stretch>
        </p:blipFill>
        <p:spPr>
          <a:xfrm>
            <a:off x="973247" y="0"/>
            <a:ext cx="10245505" cy="6858000"/>
          </a:xfrm>
          <a:prstGeom prst="rect">
            <a:avLst/>
          </a:prstGeom>
        </p:spPr>
      </p:pic>
    </p:spTree>
    <p:extLst>
      <p:ext uri="{BB962C8B-B14F-4D97-AF65-F5344CB8AC3E}">
        <p14:creationId xmlns:p14="http://schemas.microsoft.com/office/powerpoint/2010/main" val="1198035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71FBBD-1D16-FC1A-33EB-6392CDCA6B86}"/>
              </a:ext>
            </a:extLst>
          </p:cNvPr>
          <p:cNvSpPr>
            <a:spLocks noGrp="1"/>
          </p:cNvSpPr>
          <p:nvPr>
            <p:ph sz="quarter" idx="10"/>
          </p:nvPr>
        </p:nvSpPr>
        <p:spPr/>
        <p:txBody>
          <a:bodyPr/>
          <a:lstStyle/>
          <a:p>
            <a:r>
              <a:rPr lang="en-AU" dirty="0"/>
              <a:t>Clinical coaching -&gt; your lecture content</a:t>
            </a:r>
          </a:p>
          <a:p>
            <a:pPr marL="285750" indent="-285750">
              <a:buFont typeface="Arial" panose="020B0604020202020204" pitchFamily="34" charset="0"/>
              <a:buChar char="•"/>
            </a:pPr>
            <a:r>
              <a:rPr lang="en-AU" dirty="0"/>
              <a:t>Supplemented with online learning</a:t>
            </a:r>
          </a:p>
          <a:p>
            <a:pPr marL="285750" indent="-285750">
              <a:buFont typeface="Arial" panose="020B0604020202020204" pitchFamily="34" charset="0"/>
              <a:buChar char="•"/>
            </a:pPr>
            <a:r>
              <a:rPr lang="en-AU" dirty="0"/>
              <a:t>You are expected to do any recommended readings and pre-requisite learning prior to each lecture (lecture slides are available the week prior)</a:t>
            </a:r>
          </a:p>
          <a:p>
            <a:r>
              <a:rPr lang="en-AU" dirty="0"/>
              <a:t>Pre-clinic -&gt; simulation laboratory sessions</a:t>
            </a:r>
          </a:p>
          <a:p>
            <a:pPr marL="285750" indent="-285750">
              <a:buFont typeface="Arial" panose="020B0604020202020204" pitchFamily="34" charset="0"/>
              <a:buChar char="•"/>
            </a:pPr>
            <a:r>
              <a:rPr lang="en-AU" dirty="0"/>
              <a:t>You will be developing all modes of practical skills in these classes, and you can only see patients for the relevant skills once you pass the assessments linked to the noted skills</a:t>
            </a:r>
          </a:p>
          <a:p>
            <a:r>
              <a:rPr lang="en-AU" dirty="0"/>
              <a:t>Peer-clinic -&gt; simulation patient clinic sessions</a:t>
            </a:r>
          </a:p>
          <a:p>
            <a:pPr marL="285750" indent="-285750">
              <a:buFont typeface="Arial" panose="020B0604020202020204" pitchFamily="34" charset="0"/>
              <a:buChar char="•"/>
            </a:pPr>
            <a:r>
              <a:rPr lang="en-AU" dirty="0"/>
              <a:t>You will be learning to transfer your practical skills to real patients (role played by your colleagues)</a:t>
            </a:r>
          </a:p>
          <a:p>
            <a:r>
              <a:rPr lang="en-AU" dirty="0"/>
              <a:t>English Academic Communication class -&gt; no you are not learning how to speak English in this class</a:t>
            </a:r>
          </a:p>
          <a:p>
            <a:pPr marL="285750" indent="-285750">
              <a:buFont typeface="Arial" panose="020B0604020202020204" pitchFamily="34" charset="0"/>
              <a:buChar char="•"/>
            </a:pPr>
            <a:r>
              <a:rPr lang="en-AU" dirty="0"/>
              <a:t>Technical and health-related communication skills related to critical information collection, interpretation, and delivery</a:t>
            </a:r>
          </a:p>
        </p:txBody>
      </p:sp>
      <p:sp>
        <p:nvSpPr>
          <p:cNvPr id="3" name="Title 2">
            <a:extLst>
              <a:ext uri="{FF2B5EF4-FFF2-40B4-BE49-F238E27FC236}">
                <a16:creationId xmlns:a16="http://schemas.microsoft.com/office/drawing/2014/main" id="{77BD3511-A605-006B-2C39-E0EA5E9AADAC}"/>
              </a:ext>
            </a:extLst>
          </p:cNvPr>
          <p:cNvSpPr>
            <a:spLocks noGrp="1"/>
          </p:cNvSpPr>
          <p:nvPr>
            <p:ph type="title"/>
          </p:nvPr>
        </p:nvSpPr>
        <p:spPr/>
        <p:txBody>
          <a:bodyPr/>
          <a:lstStyle/>
          <a:p>
            <a:r>
              <a:rPr lang="en-AU" dirty="0"/>
              <a:t>Understanding the schedule</a:t>
            </a:r>
          </a:p>
        </p:txBody>
      </p:sp>
      <p:sp>
        <p:nvSpPr>
          <p:cNvPr id="4" name="Text Placeholder 3">
            <a:extLst>
              <a:ext uri="{FF2B5EF4-FFF2-40B4-BE49-F238E27FC236}">
                <a16:creationId xmlns:a16="http://schemas.microsoft.com/office/drawing/2014/main" id="{56972B57-BB22-A4B9-F55C-B264D029D410}"/>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6042CA86-15D0-7862-4BB8-202377FE13C7}"/>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7B399F13-0D6B-F9E9-F719-18CC3998A880}"/>
              </a:ext>
            </a:extLst>
          </p:cNvPr>
          <p:cNvSpPr>
            <a:spLocks noGrp="1"/>
          </p:cNvSpPr>
          <p:nvPr>
            <p:ph type="sldNum" sz="quarter" idx="18"/>
          </p:nvPr>
        </p:nvSpPr>
        <p:spPr/>
        <p:txBody>
          <a:bodyPr/>
          <a:lstStyle/>
          <a:p>
            <a:fld id="{E917DE0E-AFB1-41FD-BC35-27DB61CA125F}" type="slidenum">
              <a:rPr lang="en-AU" smtClean="0"/>
              <a:pPr/>
              <a:t>9</a:t>
            </a:fld>
            <a:endParaRPr lang="en-AU" dirty="0"/>
          </a:p>
        </p:txBody>
      </p:sp>
      <p:sp>
        <p:nvSpPr>
          <p:cNvPr id="7" name="Date Placeholder 6">
            <a:extLst>
              <a:ext uri="{FF2B5EF4-FFF2-40B4-BE49-F238E27FC236}">
                <a16:creationId xmlns:a16="http://schemas.microsoft.com/office/drawing/2014/main" id="{CDF0B13E-8789-263C-AC79-CF86BC1357FA}"/>
              </a:ext>
            </a:extLst>
          </p:cNvPr>
          <p:cNvSpPr>
            <a:spLocks noGrp="1"/>
          </p:cNvSpPr>
          <p:nvPr>
            <p:ph type="dt" sz="half" idx="2"/>
          </p:nvPr>
        </p:nvSpPr>
        <p:spPr/>
        <p:txBody>
          <a:bodyPr/>
          <a:lstStyle/>
          <a:p>
            <a:r>
              <a:rPr lang="en-US"/>
              <a:t>[Entity Name]</a:t>
            </a:r>
            <a:endParaRPr lang="en-AU" dirty="0"/>
          </a:p>
        </p:txBody>
      </p:sp>
    </p:spTree>
    <p:extLst>
      <p:ext uri="{BB962C8B-B14F-4D97-AF65-F5344CB8AC3E}">
        <p14:creationId xmlns:p14="http://schemas.microsoft.com/office/powerpoint/2010/main" val="3909292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890EB-4149-BF1F-4539-54FDC6A4A38B}"/>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14E8B85D-70EE-0918-A75C-65F4F38F8EA6}"/>
              </a:ext>
            </a:extLst>
          </p:cNvPr>
          <p:cNvSpPr>
            <a:spLocks noGrp="1"/>
          </p:cNvSpPr>
          <p:nvPr>
            <p:ph sz="quarter" idx="10"/>
          </p:nvPr>
        </p:nvSpPr>
        <p:spPr/>
        <p:txBody>
          <a:bodyPr>
            <a:normAutofit/>
          </a:bodyPr>
          <a:lstStyle/>
          <a:p>
            <a:r>
              <a:rPr lang="en-AU" dirty="0"/>
              <a:t>The School of Dentistry attendance guideline details requirements for attendance:</a:t>
            </a:r>
          </a:p>
          <a:p>
            <a:pPr marL="285750" indent="-285750">
              <a:buFont typeface="Arial" panose="020B0604020202020204" pitchFamily="34" charset="0"/>
              <a:buChar char="•"/>
            </a:pPr>
            <a:r>
              <a:rPr lang="en-AU" dirty="0"/>
              <a:t>The Pre-clinical and Clinical Learning activities are designed to ensure that students receive the required level of patient exposure to achieve the Program Learning Outcomes. </a:t>
            </a:r>
          </a:p>
          <a:p>
            <a:pPr marL="645750" lvl="2" indent="-285750"/>
            <a:r>
              <a:rPr lang="en-AU" dirty="0"/>
              <a:t>100% attendance is required over the semester</a:t>
            </a:r>
          </a:p>
          <a:p>
            <a:pPr marL="645750" lvl="2" indent="-285750"/>
            <a:r>
              <a:rPr lang="en-AU" dirty="0"/>
              <a:t>Concerns regarding absences from any Pre-clinical/Clinical Learning will be considered on a case-by-case basis as to whether the student meets the requirement to pass the course.</a:t>
            </a:r>
          </a:p>
          <a:p>
            <a:pPr marL="285750" indent="-285750">
              <a:buFont typeface="Arial" panose="020B0604020202020204" pitchFamily="34" charset="0"/>
              <a:buChar char="•"/>
            </a:pPr>
            <a:r>
              <a:rPr lang="en-AU" u="sng" dirty="0"/>
              <a:t>Arriving late</a:t>
            </a:r>
            <a:r>
              <a:rPr lang="en-AU" dirty="0"/>
              <a:t>: Arriving more than 15 minutes late without a valid reason (i.e. unforeseen circumstances) will result in an absent on your record.</a:t>
            </a:r>
          </a:p>
        </p:txBody>
      </p:sp>
      <p:sp>
        <p:nvSpPr>
          <p:cNvPr id="8" name="Title 7">
            <a:extLst>
              <a:ext uri="{FF2B5EF4-FFF2-40B4-BE49-F238E27FC236}">
                <a16:creationId xmlns:a16="http://schemas.microsoft.com/office/drawing/2014/main" id="{5EEDC94F-9227-A6A1-F3E1-9D1770432123}"/>
              </a:ext>
            </a:extLst>
          </p:cNvPr>
          <p:cNvSpPr>
            <a:spLocks noGrp="1"/>
          </p:cNvSpPr>
          <p:nvPr>
            <p:ph type="title"/>
          </p:nvPr>
        </p:nvSpPr>
        <p:spPr/>
        <p:txBody>
          <a:bodyPr/>
          <a:lstStyle/>
          <a:p>
            <a:r>
              <a:rPr lang="en-AU" dirty="0"/>
              <a:t>Attendance expectations:</a:t>
            </a:r>
          </a:p>
        </p:txBody>
      </p:sp>
      <p:sp>
        <p:nvSpPr>
          <p:cNvPr id="10" name="Text Placeholder 9">
            <a:extLst>
              <a:ext uri="{FF2B5EF4-FFF2-40B4-BE49-F238E27FC236}">
                <a16:creationId xmlns:a16="http://schemas.microsoft.com/office/drawing/2014/main" id="{DA60A24D-1C2E-8E3C-08F5-6ABC1703E2D9}"/>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11202330-B86A-276A-214B-6002B1618603}"/>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21E4C00B-CE23-91CF-8D42-305D608D7043}"/>
              </a:ext>
            </a:extLst>
          </p:cNvPr>
          <p:cNvSpPr>
            <a:spLocks noGrp="1"/>
          </p:cNvSpPr>
          <p:nvPr>
            <p:ph type="sldNum" sz="quarter" idx="18"/>
          </p:nvPr>
        </p:nvSpPr>
        <p:spPr/>
        <p:txBody>
          <a:bodyPr/>
          <a:lstStyle/>
          <a:p>
            <a:fld id="{E917DE0E-AFB1-41FD-BC35-27DB61CA125F}" type="slidenum">
              <a:rPr lang="en-AU" smtClean="0"/>
              <a:pPr/>
              <a:t>10</a:t>
            </a:fld>
            <a:endParaRPr lang="en-AU" dirty="0"/>
          </a:p>
        </p:txBody>
      </p:sp>
      <p:sp>
        <p:nvSpPr>
          <p:cNvPr id="11" name="Date Placeholder 10">
            <a:extLst>
              <a:ext uri="{FF2B5EF4-FFF2-40B4-BE49-F238E27FC236}">
                <a16:creationId xmlns:a16="http://schemas.microsoft.com/office/drawing/2014/main" id="{58FCBC7E-A4D5-FFA8-2430-F65502D911DC}"/>
              </a:ext>
            </a:extLst>
          </p:cNvPr>
          <p:cNvSpPr>
            <a:spLocks noGrp="1"/>
          </p:cNvSpPr>
          <p:nvPr>
            <p:ph type="dt" sz="half" idx="2"/>
          </p:nvPr>
        </p:nvSpPr>
        <p:spPr/>
        <p:txBody>
          <a:bodyPr/>
          <a:lstStyle/>
          <a:p>
            <a:r>
              <a:rPr lang="en-US"/>
              <a:t>[Entity Name]</a:t>
            </a:r>
            <a:endParaRPr lang="en-AU" dirty="0"/>
          </a:p>
        </p:txBody>
      </p:sp>
    </p:spTree>
    <p:extLst>
      <p:ext uri="{BB962C8B-B14F-4D97-AF65-F5344CB8AC3E}">
        <p14:creationId xmlns:p14="http://schemas.microsoft.com/office/powerpoint/2010/main" val="2186757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1E41E-AC15-24EA-32E9-36512876788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99D5C86-CBC4-7992-1E64-A53A0F85B39D}"/>
              </a:ext>
            </a:extLst>
          </p:cNvPr>
          <p:cNvSpPr>
            <a:spLocks noGrp="1"/>
          </p:cNvSpPr>
          <p:nvPr>
            <p:ph type="title"/>
          </p:nvPr>
        </p:nvSpPr>
        <p:spPr/>
        <p:txBody>
          <a:bodyPr/>
          <a:lstStyle/>
          <a:p>
            <a:r>
              <a:rPr lang="en-AU" dirty="0"/>
              <a:t>Absence and more information on Blackboard</a:t>
            </a:r>
          </a:p>
        </p:txBody>
      </p:sp>
      <p:sp>
        <p:nvSpPr>
          <p:cNvPr id="10" name="Text Placeholder 9">
            <a:extLst>
              <a:ext uri="{FF2B5EF4-FFF2-40B4-BE49-F238E27FC236}">
                <a16:creationId xmlns:a16="http://schemas.microsoft.com/office/drawing/2014/main" id="{E4FB3D44-E6CF-3A4A-FF81-BD31E1F45B8F}"/>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67DDCF8D-5C6C-17A6-331A-9AFAB364FE1E}"/>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0974DC63-E81C-5896-5381-A03156198160}"/>
              </a:ext>
            </a:extLst>
          </p:cNvPr>
          <p:cNvSpPr>
            <a:spLocks noGrp="1"/>
          </p:cNvSpPr>
          <p:nvPr>
            <p:ph type="sldNum" sz="quarter" idx="18"/>
          </p:nvPr>
        </p:nvSpPr>
        <p:spPr/>
        <p:txBody>
          <a:bodyPr/>
          <a:lstStyle/>
          <a:p>
            <a:fld id="{E917DE0E-AFB1-41FD-BC35-27DB61CA125F}" type="slidenum">
              <a:rPr lang="en-AU" smtClean="0"/>
              <a:pPr/>
              <a:t>11</a:t>
            </a:fld>
            <a:endParaRPr lang="en-AU" dirty="0"/>
          </a:p>
        </p:txBody>
      </p:sp>
      <p:sp>
        <p:nvSpPr>
          <p:cNvPr id="11" name="Date Placeholder 10">
            <a:extLst>
              <a:ext uri="{FF2B5EF4-FFF2-40B4-BE49-F238E27FC236}">
                <a16:creationId xmlns:a16="http://schemas.microsoft.com/office/drawing/2014/main" id="{6021389C-F6F6-456A-50CC-7BB3F65D1CED}"/>
              </a:ext>
            </a:extLst>
          </p:cNvPr>
          <p:cNvSpPr>
            <a:spLocks noGrp="1"/>
          </p:cNvSpPr>
          <p:nvPr>
            <p:ph type="dt" sz="half" idx="2"/>
          </p:nvPr>
        </p:nvSpPr>
        <p:spPr/>
        <p:txBody>
          <a:bodyPr/>
          <a:lstStyle/>
          <a:p>
            <a:r>
              <a:rPr lang="en-US"/>
              <a:t>[Entity Name]</a:t>
            </a:r>
            <a:endParaRPr lang="en-AU" dirty="0"/>
          </a:p>
        </p:txBody>
      </p:sp>
      <p:pic>
        <p:nvPicPr>
          <p:cNvPr id="3" name="Picture 2">
            <a:extLst>
              <a:ext uri="{FF2B5EF4-FFF2-40B4-BE49-F238E27FC236}">
                <a16:creationId xmlns:a16="http://schemas.microsoft.com/office/drawing/2014/main" id="{7B9D4B33-453E-2465-A1DF-1DCA4353E637}"/>
              </a:ext>
            </a:extLst>
          </p:cNvPr>
          <p:cNvPicPr>
            <a:picLocks noChangeAspect="1"/>
          </p:cNvPicPr>
          <p:nvPr/>
        </p:nvPicPr>
        <p:blipFill>
          <a:blip r:embed="rId2"/>
          <a:stretch>
            <a:fillRect/>
          </a:stretch>
        </p:blipFill>
        <p:spPr>
          <a:xfrm>
            <a:off x="0" y="1511234"/>
            <a:ext cx="4511824" cy="3127719"/>
          </a:xfrm>
          <a:prstGeom prst="rect">
            <a:avLst/>
          </a:prstGeom>
        </p:spPr>
      </p:pic>
      <p:pic>
        <p:nvPicPr>
          <p:cNvPr id="7" name="Picture 6">
            <a:extLst>
              <a:ext uri="{FF2B5EF4-FFF2-40B4-BE49-F238E27FC236}">
                <a16:creationId xmlns:a16="http://schemas.microsoft.com/office/drawing/2014/main" id="{EA09E112-D33E-DE11-81D5-0432FE923B44}"/>
              </a:ext>
            </a:extLst>
          </p:cNvPr>
          <p:cNvPicPr>
            <a:picLocks noChangeAspect="1"/>
          </p:cNvPicPr>
          <p:nvPr/>
        </p:nvPicPr>
        <p:blipFill>
          <a:blip r:embed="rId3"/>
          <a:stretch>
            <a:fillRect/>
          </a:stretch>
        </p:blipFill>
        <p:spPr>
          <a:xfrm>
            <a:off x="2639616" y="2640690"/>
            <a:ext cx="6453643" cy="2917890"/>
          </a:xfrm>
          <a:prstGeom prst="rect">
            <a:avLst/>
          </a:prstGeom>
        </p:spPr>
      </p:pic>
      <p:pic>
        <p:nvPicPr>
          <p:cNvPr id="5" name="Picture 4">
            <a:extLst>
              <a:ext uri="{FF2B5EF4-FFF2-40B4-BE49-F238E27FC236}">
                <a16:creationId xmlns:a16="http://schemas.microsoft.com/office/drawing/2014/main" id="{B8E04C77-68BA-F249-93FE-E1A8C36BE659}"/>
              </a:ext>
            </a:extLst>
          </p:cNvPr>
          <p:cNvPicPr>
            <a:picLocks noChangeAspect="1"/>
          </p:cNvPicPr>
          <p:nvPr/>
        </p:nvPicPr>
        <p:blipFill>
          <a:blip r:embed="rId4"/>
          <a:stretch>
            <a:fillRect/>
          </a:stretch>
        </p:blipFill>
        <p:spPr>
          <a:xfrm>
            <a:off x="7604362" y="4941168"/>
            <a:ext cx="4587638" cy="1379340"/>
          </a:xfrm>
          <a:prstGeom prst="rect">
            <a:avLst/>
          </a:prstGeom>
        </p:spPr>
      </p:pic>
      <p:cxnSp>
        <p:nvCxnSpPr>
          <p:cNvPr id="14" name="Straight Arrow Connector 13">
            <a:extLst>
              <a:ext uri="{FF2B5EF4-FFF2-40B4-BE49-F238E27FC236}">
                <a16:creationId xmlns:a16="http://schemas.microsoft.com/office/drawing/2014/main" id="{3C76513A-F9C9-68D3-3075-FBE45A0B9B3B}"/>
              </a:ext>
            </a:extLst>
          </p:cNvPr>
          <p:cNvCxnSpPr>
            <a:cxnSpLocks/>
          </p:cNvCxnSpPr>
          <p:nvPr/>
        </p:nvCxnSpPr>
        <p:spPr>
          <a:xfrm flipH="1">
            <a:off x="3935760" y="2272554"/>
            <a:ext cx="2664296" cy="940422"/>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1B072AF3-0097-D4BF-8B66-8F93AA7B6BF4}"/>
              </a:ext>
            </a:extLst>
          </p:cNvPr>
          <p:cNvSpPr txBox="1"/>
          <p:nvPr/>
        </p:nvSpPr>
        <p:spPr>
          <a:xfrm>
            <a:off x="4799856" y="1764125"/>
            <a:ext cx="6868996" cy="461665"/>
          </a:xfrm>
          <a:prstGeom prst="rect">
            <a:avLst/>
          </a:prstGeom>
          <a:noFill/>
        </p:spPr>
        <p:txBody>
          <a:bodyPr wrap="none" rtlCol="0">
            <a:spAutoFit/>
          </a:bodyPr>
          <a:lstStyle/>
          <a:p>
            <a:r>
              <a:rPr lang="en-AU" sz="1200" b="1" u="sng" dirty="0"/>
              <a:t>Take note</a:t>
            </a:r>
            <a:r>
              <a:rPr lang="en-AU" sz="1200" dirty="0"/>
              <a:t>, any reporting of absence or request for pre-approval are directly to me at 1</a:t>
            </a:r>
            <a:r>
              <a:rPr lang="en-AU" sz="1200" baseline="30000" dirty="0"/>
              <a:t>st</a:t>
            </a:r>
            <a:r>
              <a:rPr lang="en-AU" sz="1200" dirty="0"/>
              <a:t> year level.</a:t>
            </a:r>
          </a:p>
          <a:p>
            <a:r>
              <a:rPr lang="en-AU" sz="1200" dirty="0"/>
              <a:t>You do </a:t>
            </a:r>
            <a:r>
              <a:rPr lang="en-AU" sz="1200" b="1" u="sng" dirty="0"/>
              <a:t>not</a:t>
            </a:r>
            <a:r>
              <a:rPr lang="en-AU" sz="1200" dirty="0"/>
              <a:t> need to report to SAS for 1</a:t>
            </a:r>
            <a:r>
              <a:rPr lang="en-AU" sz="1200" baseline="30000" dirty="0"/>
              <a:t>st</a:t>
            </a:r>
            <a:r>
              <a:rPr lang="en-AU" sz="1200" dirty="0"/>
              <a:t> year.</a:t>
            </a:r>
          </a:p>
        </p:txBody>
      </p:sp>
      <p:cxnSp>
        <p:nvCxnSpPr>
          <p:cNvPr id="17" name="Straight Arrow Connector 16">
            <a:extLst>
              <a:ext uri="{FF2B5EF4-FFF2-40B4-BE49-F238E27FC236}">
                <a16:creationId xmlns:a16="http://schemas.microsoft.com/office/drawing/2014/main" id="{A6196CE8-78B3-99C8-42DF-A5AAD86FEFEB}"/>
              </a:ext>
            </a:extLst>
          </p:cNvPr>
          <p:cNvCxnSpPr>
            <a:cxnSpLocks/>
          </p:cNvCxnSpPr>
          <p:nvPr/>
        </p:nvCxnSpPr>
        <p:spPr>
          <a:xfrm flipH="1">
            <a:off x="3467708" y="2272554"/>
            <a:ext cx="2916324" cy="442544"/>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042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34EFB-B402-C06C-7987-598349E759BF}"/>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0652EB3-CBDE-C3A2-C28B-33E38BD7626C}"/>
              </a:ext>
            </a:extLst>
          </p:cNvPr>
          <p:cNvSpPr>
            <a:spLocks noGrp="1"/>
          </p:cNvSpPr>
          <p:nvPr>
            <p:ph sz="quarter" idx="10"/>
          </p:nvPr>
        </p:nvSpPr>
        <p:spPr>
          <a:xfrm>
            <a:off x="695326" y="1700213"/>
            <a:ext cx="5184650" cy="4608512"/>
          </a:xfrm>
        </p:spPr>
        <p:txBody>
          <a:bodyPr/>
          <a:lstStyle/>
          <a:p>
            <a:r>
              <a:rPr lang="en-AU" dirty="0">
                <a:hlinkClick r:id="rId2"/>
              </a:rPr>
              <a:t>https://my.uq.edu.au/information-and-services/manage-my-program/immunisation-and-disease-screening/student-immunisation-requirements/dentistry-medicine-midwifery-nursing</a:t>
            </a:r>
            <a:endParaRPr lang="en-AU" dirty="0"/>
          </a:p>
          <a:p>
            <a:pPr marL="285750" indent="-285750">
              <a:buFont typeface="Arial" panose="020B0604020202020204" pitchFamily="34" charset="0"/>
              <a:buChar char="•"/>
            </a:pPr>
            <a:r>
              <a:rPr lang="en-AU" dirty="0"/>
              <a:t>You can also search “UQ dentistry immunisation” to find the above weblink</a:t>
            </a:r>
          </a:p>
          <a:p>
            <a:pPr marL="285750" indent="-285750">
              <a:buFont typeface="Arial" panose="020B0604020202020204" pitchFamily="34" charset="0"/>
              <a:buChar char="•"/>
            </a:pPr>
            <a:r>
              <a:rPr lang="en-AU" dirty="0"/>
              <a:t>Ideally, you should have already actioned/begun action on this</a:t>
            </a:r>
          </a:p>
          <a:p>
            <a:pPr marL="285750" indent="-285750">
              <a:buFont typeface="Arial" panose="020B0604020202020204" pitchFamily="34" charset="0"/>
              <a:buChar char="•"/>
            </a:pPr>
            <a:r>
              <a:rPr lang="en-AU" dirty="0"/>
              <a:t>It is </a:t>
            </a:r>
            <a:r>
              <a:rPr lang="en-AU" b="1" u="sng" dirty="0"/>
              <a:t>your</a:t>
            </a:r>
            <a:r>
              <a:rPr lang="en-AU" dirty="0"/>
              <a:t> responsibility to meet the expectations of immunisation</a:t>
            </a:r>
          </a:p>
          <a:p>
            <a:pPr marL="645750" lvl="2" indent="-285750"/>
            <a:r>
              <a:rPr lang="en-AU" dirty="0"/>
              <a:t>Barred entry to Peer clinic due to improper immunisation standard counts as an absence</a:t>
            </a:r>
          </a:p>
        </p:txBody>
      </p:sp>
      <p:sp>
        <p:nvSpPr>
          <p:cNvPr id="8" name="Title 7">
            <a:extLst>
              <a:ext uri="{FF2B5EF4-FFF2-40B4-BE49-F238E27FC236}">
                <a16:creationId xmlns:a16="http://schemas.microsoft.com/office/drawing/2014/main" id="{3322FE66-067C-41F4-E6B6-4D01D267F2CF}"/>
              </a:ext>
            </a:extLst>
          </p:cNvPr>
          <p:cNvSpPr>
            <a:spLocks noGrp="1"/>
          </p:cNvSpPr>
          <p:nvPr>
            <p:ph type="title"/>
          </p:nvPr>
        </p:nvSpPr>
        <p:spPr/>
        <p:txBody>
          <a:bodyPr/>
          <a:lstStyle/>
          <a:p>
            <a:r>
              <a:rPr lang="en-AU" dirty="0"/>
              <a:t>Immunisation!</a:t>
            </a:r>
          </a:p>
        </p:txBody>
      </p:sp>
      <p:sp>
        <p:nvSpPr>
          <p:cNvPr id="10" name="Text Placeholder 9">
            <a:extLst>
              <a:ext uri="{FF2B5EF4-FFF2-40B4-BE49-F238E27FC236}">
                <a16:creationId xmlns:a16="http://schemas.microsoft.com/office/drawing/2014/main" id="{DFDE2B82-C523-79B1-9AE1-26EE7264E249}"/>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3ED8D8F1-3DDF-F657-6FFF-1F9ED8E65517}"/>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CE5D8F61-F1FE-BD3E-FFD2-05F6F3C9A632}"/>
              </a:ext>
            </a:extLst>
          </p:cNvPr>
          <p:cNvSpPr>
            <a:spLocks noGrp="1"/>
          </p:cNvSpPr>
          <p:nvPr>
            <p:ph type="sldNum" sz="quarter" idx="18"/>
          </p:nvPr>
        </p:nvSpPr>
        <p:spPr/>
        <p:txBody>
          <a:bodyPr/>
          <a:lstStyle/>
          <a:p>
            <a:fld id="{E917DE0E-AFB1-41FD-BC35-27DB61CA125F}" type="slidenum">
              <a:rPr lang="en-AU" smtClean="0"/>
              <a:pPr/>
              <a:t>12</a:t>
            </a:fld>
            <a:endParaRPr lang="en-AU" dirty="0"/>
          </a:p>
        </p:txBody>
      </p:sp>
      <p:sp>
        <p:nvSpPr>
          <p:cNvPr id="11" name="Date Placeholder 10">
            <a:extLst>
              <a:ext uri="{FF2B5EF4-FFF2-40B4-BE49-F238E27FC236}">
                <a16:creationId xmlns:a16="http://schemas.microsoft.com/office/drawing/2014/main" id="{76178E1E-30AB-55BC-5A3D-173191FD5986}"/>
              </a:ext>
            </a:extLst>
          </p:cNvPr>
          <p:cNvSpPr>
            <a:spLocks noGrp="1"/>
          </p:cNvSpPr>
          <p:nvPr>
            <p:ph type="dt" sz="half" idx="2"/>
          </p:nvPr>
        </p:nvSpPr>
        <p:spPr/>
        <p:txBody>
          <a:bodyPr/>
          <a:lstStyle/>
          <a:p>
            <a:r>
              <a:rPr lang="en-US"/>
              <a:t>[Entity Name]</a:t>
            </a:r>
            <a:endParaRPr lang="en-AU" dirty="0"/>
          </a:p>
        </p:txBody>
      </p:sp>
      <p:pic>
        <p:nvPicPr>
          <p:cNvPr id="2" name="Picture 1">
            <a:extLst>
              <a:ext uri="{FF2B5EF4-FFF2-40B4-BE49-F238E27FC236}">
                <a16:creationId xmlns:a16="http://schemas.microsoft.com/office/drawing/2014/main" id="{CB603743-6CE6-3A0D-7B0A-7376882E66D2}"/>
              </a:ext>
            </a:extLst>
          </p:cNvPr>
          <p:cNvPicPr>
            <a:picLocks noChangeAspect="1"/>
          </p:cNvPicPr>
          <p:nvPr/>
        </p:nvPicPr>
        <p:blipFill>
          <a:blip r:embed="rId3"/>
          <a:stretch>
            <a:fillRect/>
          </a:stretch>
        </p:blipFill>
        <p:spPr>
          <a:xfrm>
            <a:off x="6092882" y="1598850"/>
            <a:ext cx="5769427" cy="3558341"/>
          </a:xfrm>
          <a:prstGeom prst="rect">
            <a:avLst/>
          </a:prstGeom>
        </p:spPr>
      </p:pic>
    </p:spTree>
    <p:extLst>
      <p:ext uri="{BB962C8B-B14F-4D97-AF65-F5344CB8AC3E}">
        <p14:creationId xmlns:p14="http://schemas.microsoft.com/office/powerpoint/2010/main" val="345226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4BFDE-77FC-E1E4-6096-937619027E88}"/>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85B38157-F312-1DF1-AB47-870084B4663D}"/>
              </a:ext>
            </a:extLst>
          </p:cNvPr>
          <p:cNvSpPr>
            <a:spLocks noGrp="1"/>
          </p:cNvSpPr>
          <p:nvPr>
            <p:ph sz="quarter" idx="10"/>
          </p:nvPr>
        </p:nvSpPr>
        <p:spPr>
          <a:xfrm>
            <a:off x="695326" y="1700213"/>
            <a:ext cx="4411026" cy="4608512"/>
          </a:xfrm>
        </p:spPr>
        <p:txBody>
          <a:bodyPr/>
          <a:lstStyle/>
          <a:p>
            <a:r>
              <a:rPr lang="en-AU" dirty="0">
                <a:solidFill>
                  <a:srgbClr val="20152A"/>
                </a:solidFill>
                <a:effectLst/>
                <a:latin typeface="Helvetica" pitchFamily="2" charset="0"/>
              </a:rPr>
              <a:t>You should have picked up your equipment this morning!</a:t>
            </a:r>
          </a:p>
          <a:p>
            <a:pPr marL="285750" indent="-285750">
              <a:buFont typeface="Arial" panose="020B0604020202020204" pitchFamily="34" charset="0"/>
              <a:buChar char="•"/>
            </a:pPr>
            <a:r>
              <a:rPr lang="en-AU" dirty="0">
                <a:solidFill>
                  <a:srgbClr val="20152A"/>
                </a:solidFill>
                <a:latin typeface="Helvetica" pitchFamily="2" charset="0"/>
              </a:rPr>
              <a:t>Anyone who is still waiting on their </a:t>
            </a:r>
            <a:r>
              <a:rPr lang="en-AU" dirty="0" err="1">
                <a:solidFill>
                  <a:srgbClr val="20152A"/>
                </a:solidFill>
                <a:latin typeface="Helvetica" pitchFamily="2" charset="0"/>
              </a:rPr>
              <a:t>equipments</a:t>
            </a:r>
            <a:r>
              <a:rPr lang="en-AU" dirty="0">
                <a:solidFill>
                  <a:srgbClr val="20152A"/>
                </a:solidFill>
                <a:latin typeface="Helvetica" pitchFamily="2" charset="0"/>
              </a:rPr>
              <a:t> do not fret as there is still time…</a:t>
            </a:r>
          </a:p>
          <a:p>
            <a:pPr marL="285750" indent="-285750">
              <a:buFont typeface="Arial" panose="020B0604020202020204" pitchFamily="34" charset="0"/>
              <a:buChar char="•"/>
            </a:pPr>
            <a:r>
              <a:rPr lang="en-AU" dirty="0">
                <a:solidFill>
                  <a:srgbClr val="20152A"/>
                </a:solidFill>
                <a:latin typeface="Helvetica" pitchFamily="2" charset="0"/>
              </a:rPr>
              <a:t>You can find more equipment on the One Dental site</a:t>
            </a:r>
          </a:p>
          <a:p>
            <a:endParaRPr lang="en-AU" dirty="0">
              <a:solidFill>
                <a:srgbClr val="20152A"/>
              </a:solidFill>
              <a:effectLst/>
              <a:latin typeface="Helvetica" pitchFamily="2" charset="0"/>
            </a:endParaRPr>
          </a:p>
        </p:txBody>
      </p:sp>
      <p:sp>
        <p:nvSpPr>
          <p:cNvPr id="8" name="Title 7">
            <a:extLst>
              <a:ext uri="{FF2B5EF4-FFF2-40B4-BE49-F238E27FC236}">
                <a16:creationId xmlns:a16="http://schemas.microsoft.com/office/drawing/2014/main" id="{F092AB1D-CDC5-C4FD-5994-2221800B0437}"/>
              </a:ext>
            </a:extLst>
          </p:cNvPr>
          <p:cNvSpPr>
            <a:spLocks noGrp="1"/>
          </p:cNvSpPr>
          <p:nvPr>
            <p:ph type="title"/>
          </p:nvPr>
        </p:nvSpPr>
        <p:spPr/>
        <p:txBody>
          <a:bodyPr>
            <a:normAutofit/>
          </a:bodyPr>
          <a:lstStyle/>
          <a:p>
            <a:r>
              <a:rPr lang="en-AU" dirty="0">
                <a:solidFill>
                  <a:srgbClr val="3F1466"/>
                </a:solidFill>
                <a:effectLst/>
                <a:latin typeface="Helvetica" pitchFamily="2" charset="0"/>
              </a:rPr>
              <a:t>Equipment purchased for pre-clinic:</a:t>
            </a:r>
            <a:endParaRPr lang="en-AU" dirty="0"/>
          </a:p>
        </p:txBody>
      </p:sp>
      <p:sp>
        <p:nvSpPr>
          <p:cNvPr id="10" name="Text Placeholder 9">
            <a:extLst>
              <a:ext uri="{FF2B5EF4-FFF2-40B4-BE49-F238E27FC236}">
                <a16:creationId xmlns:a16="http://schemas.microsoft.com/office/drawing/2014/main" id="{7A281576-6490-B904-94E9-3A10E0E039F4}"/>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003B2C26-F1AE-3E4C-51CC-BD4BBFD57B06}"/>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19CA4567-AA0E-38A6-9AA7-27FD695EBCB8}"/>
              </a:ext>
            </a:extLst>
          </p:cNvPr>
          <p:cNvSpPr>
            <a:spLocks noGrp="1"/>
          </p:cNvSpPr>
          <p:nvPr>
            <p:ph type="sldNum" sz="quarter" idx="18"/>
          </p:nvPr>
        </p:nvSpPr>
        <p:spPr/>
        <p:txBody>
          <a:bodyPr/>
          <a:lstStyle/>
          <a:p>
            <a:fld id="{E917DE0E-AFB1-41FD-BC35-27DB61CA125F}" type="slidenum">
              <a:rPr lang="en-AU" smtClean="0"/>
              <a:pPr/>
              <a:t>13</a:t>
            </a:fld>
            <a:endParaRPr lang="en-AU" dirty="0"/>
          </a:p>
        </p:txBody>
      </p:sp>
      <p:sp>
        <p:nvSpPr>
          <p:cNvPr id="11" name="Date Placeholder 10">
            <a:extLst>
              <a:ext uri="{FF2B5EF4-FFF2-40B4-BE49-F238E27FC236}">
                <a16:creationId xmlns:a16="http://schemas.microsoft.com/office/drawing/2014/main" id="{50319B54-2D50-34F2-3586-BB71436698D7}"/>
              </a:ext>
            </a:extLst>
          </p:cNvPr>
          <p:cNvSpPr>
            <a:spLocks noGrp="1"/>
          </p:cNvSpPr>
          <p:nvPr>
            <p:ph type="dt" sz="half" idx="2"/>
          </p:nvPr>
        </p:nvSpPr>
        <p:spPr/>
        <p:txBody>
          <a:bodyPr/>
          <a:lstStyle/>
          <a:p>
            <a:r>
              <a:rPr lang="en-US"/>
              <a:t>[Entity Name]</a:t>
            </a:r>
            <a:endParaRPr lang="en-AU" dirty="0"/>
          </a:p>
        </p:txBody>
      </p:sp>
      <p:pic>
        <p:nvPicPr>
          <p:cNvPr id="2" name="Picture 1">
            <a:extLst>
              <a:ext uri="{FF2B5EF4-FFF2-40B4-BE49-F238E27FC236}">
                <a16:creationId xmlns:a16="http://schemas.microsoft.com/office/drawing/2014/main" id="{18FE6D61-A072-E1EA-0729-2BB111470799}"/>
              </a:ext>
            </a:extLst>
          </p:cNvPr>
          <p:cNvPicPr>
            <a:picLocks noChangeAspect="1"/>
          </p:cNvPicPr>
          <p:nvPr/>
        </p:nvPicPr>
        <p:blipFill>
          <a:blip r:embed="rId2"/>
          <a:stretch>
            <a:fillRect/>
          </a:stretch>
        </p:blipFill>
        <p:spPr>
          <a:xfrm>
            <a:off x="5106353" y="1761846"/>
            <a:ext cx="6390247" cy="3673723"/>
          </a:xfrm>
          <a:prstGeom prst="rect">
            <a:avLst/>
          </a:prstGeom>
        </p:spPr>
      </p:pic>
    </p:spTree>
    <p:extLst>
      <p:ext uri="{BB962C8B-B14F-4D97-AF65-F5344CB8AC3E}">
        <p14:creationId xmlns:p14="http://schemas.microsoft.com/office/powerpoint/2010/main" val="317194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EC10E-09EB-CC44-5206-A5776EBB92D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0B4E074-702C-4106-1A95-66F993D09F53}"/>
              </a:ext>
            </a:extLst>
          </p:cNvPr>
          <p:cNvSpPr>
            <a:spLocks noGrp="1"/>
          </p:cNvSpPr>
          <p:nvPr>
            <p:ph type="title"/>
          </p:nvPr>
        </p:nvSpPr>
        <p:spPr/>
        <p:txBody>
          <a:bodyPr/>
          <a:lstStyle/>
          <a:p>
            <a:r>
              <a:rPr lang="en-AU" dirty="0"/>
              <a:t>Please have a read through the Dentistry handbook!</a:t>
            </a:r>
          </a:p>
        </p:txBody>
      </p:sp>
      <p:sp>
        <p:nvSpPr>
          <p:cNvPr id="10" name="Text Placeholder 9">
            <a:extLst>
              <a:ext uri="{FF2B5EF4-FFF2-40B4-BE49-F238E27FC236}">
                <a16:creationId xmlns:a16="http://schemas.microsoft.com/office/drawing/2014/main" id="{C1AFCD1F-501B-BC50-6F32-7C1F1FA92EB8}"/>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FC97E06E-664F-1ED0-9710-14C2B9630570}"/>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4C41C139-2F7F-D6A5-27B5-9D376BBBB668}"/>
              </a:ext>
            </a:extLst>
          </p:cNvPr>
          <p:cNvSpPr>
            <a:spLocks noGrp="1"/>
          </p:cNvSpPr>
          <p:nvPr>
            <p:ph type="sldNum" sz="quarter" idx="18"/>
          </p:nvPr>
        </p:nvSpPr>
        <p:spPr/>
        <p:txBody>
          <a:bodyPr/>
          <a:lstStyle/>
          <a:p>
            <a:fld id="{E917DE0E-AFB1-41FD-BC35-27DB61CA125F}" type="slidenum">
              <a:rPr lang="en-AU" smtClean="0"/>
              <a:pPr/>
              <a:t>14</a:t>
            </a:fld>
            <a:endParaRPr lang="en-AU" dirty="0"/>
          </a:p>
        </p:txBody>
      </p:sp>
      <p:sp>
        <p:nvSpPr>
          <p:cNvPr id="11" name="Date Placeholder 10">
            <a:extLst>
              <a:ext uri="{FF2B5EF4-FFF2-40B4-BE49-F238E27FC236}">
                <a16:creationId xmlns:a16="http://schemas.microsoft.com/office/drawing/2014/main" id="{DFC794DA-662A-D709-8184-266F4562BEF8}"/>
              </a:ext>
            </a:extLst>
          </p:cNvPr>
          <p:cNvSpPr>
            <a:spLocks noGrp="1"/>
          </p:cNvSpPr>
          <p:nvPr>
            <p:ph type="dt" sz="half" idx="2"/>
          </p:nvPr>
        </p:nvSpPr>
        <p:spPr/>
        <p:txBody>
          <a:bodyPr/>
          <a:lstStyle/>
          <a:p>
            <a:r>
              <a:rPr lang="en-US"/>
              <a:t>[Entity Name]</a:t>
            </a:r>
            <a:endParaRPr lang="en-AU" dirty="0"/>
          </a:p>
        </p:txBody>
      </p:sp>
      <p:pic>
        <p:nvPicPr>
          <p:cNvPr id="3" name="Picture 2">
            <a:extLst>
              <a:ext uri="{FF2B5EF4-FFF2-40B4-BE49-F238E27FC236}">
                <a16:creationId xmlns:a16="http://schemas.microsoft.com/office/drawing/2014/main" id="{C60FC302-1559-28BF-A5C4-A15F6BFB92D7}"/>
              </a:ext>
            </a:extLst>
          </p:cNvPr>
          <p:cNvPicPr>
            <a:picLocks noChangeAspect="1"/>
          </p:cNvPicPr>
          <p:nvPr/>
        </p:nvPicPr>
        <p:blipFill>
          <a:blip r:embed="rId2"/>
          <a:stretch>
            <a:fillRect/>
          </a:stretch>
        </p:blipFill>
        <p:spPr>
          <a:xfrm>
            <a:off x="2169795" y="1608734"/>
            <a:ext cx="7846176" cy="5157191"/>
          </a:xfrm>
          <a:prstGeom prst="rect">
            <a:avLst/>
          </a:prstGeom>
        </p:spPr>
      </p:pic>
    </p:spTree>
    <p:extLst>
      <p:ext uri="{BB962C8B-B14F-4D97-AF65-F5344CB8AC3E}">
        <p14:creationId xmlns:p14="http://schemas.microsoft.com/office/powerpoint/2010/main" val="44432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25585-17CF-C6DC-46B0-437B063F6D2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CFBA99F-23A5-B48D-8EB6-409F71B827A0}"/>
              </a:ext>
            </a:extLst>
          </p:cNvPr>
          <p:cNvSpPr>
            <a:spLocks noGrp="1"/>
          </p:cNvSpPr>
          <p:nvPr>
            <p:ph type="title"/>
          </p:nvPr>
        </p:nvSpPr>
        <p:spPr/>
        <p:txBody>
          <a:bodyPr/>
          <a:lstStyle/>
          <a:p>
            <a:r>
              <a:rPr lang="en-AU" dirty="0"/>
              <a:t>Accessing Blackboard…</a:t>
            </a:r>
          </a:p>
        </p:txBody>
      </p:sp>
      <p:sp>
        <p:nvSpPr>
          <p:cNvPr id="10" name="Text Placeholder 9">
            <a:extLst>
              <a:ext uri="{FF2B5EF4-FFF2-40B4-BE49-F238E27FC236}">
                <a16:creationId xmlns:a16="http://schemas.microsoft.com/office/drawing/2014/main" id="{579CE880-8FCA-CDAD-F049-9D51B2CCADA8}"/>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FEDEABFD-6DF5-BBAF-31D7-4F822B6E3DA5}"/>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2350BC63-A451-09CA-0832-856B2A24AF3C}"/>
              </a:ext>
            </a:extLst>
          </p:cNvPr>
          <p:cNvSpPr>
            <a:spLocks noGrp="1"/>
          </p:cNvSpPr>
          <p:nvPr>
            <p:ph type="sldNum" sz="quarter" idx="18"/>
          </p:nvPr>
        </p:nvSpPr>
        <p:spPr/>
        <p:txBody>
          <a:bodyPr/>
          <a:lstStyle/>
          <a:p>
            <a:fld id="{E917DE0E-AFB1-41FD-BC35-27DB61CA125F}" type="slidenum">
              <a:rPr lang="en-AU" smtClean="0"/>
              <a:pPr/>
              <a:t>15</a:t>
            </a:fld>
            <a:endParaRPr lang="en-AU" dirty="0"/>
          </a:p>
        </p:txBody>
      </p:sp>
      <p:sp>
        <p:nvSpPr>
          <p:cNvPr id="11" name="Date Placeholder 10">
            <a:extLst>
              <a:ext uri="{FF2B5EF4-FFF2-40B4-BE49-F238E27FC236}">
                <a16:creationId xmlns:a16="http://schemas.microsoft.com/office/drawing/2014/main" id="{9C456DD0-22B7-5E46-5B84-D4DC35AE4691}"/>
              </a:ext>
            </a:extLst>
          </p:cNvPr>
          <p:cNvSpPr>
            <a:spLocks noGrp="1"/>
          </p:cNvSpPr>
          <p:nvPr>
            <p:ph type="dt" sz="half" idx="2"/>
          </p:nvPr>
        </p:nvSpPr>
        <p:spPr/>
        <p:txBody>
          <a:bodyPr/>
          <a:lstStyle/>
          <a:p>
            <a:r>
              <a:rPr lang="en-US"/>
              <a:t>[Entity Name]</a:t>
            </a:r>
            <a:endParaRPr lang="en-AU" dirty="0"/>
          </a:p>
        </p:txBody>
      </p:sp>
      <p:pic>
        <p:nvPicPr>
          <p:cNvPr id="6" name="Picture 5">
            <a:extLst>
              <a:ext uri="{FF2B5EF4-FFF2-40B4-BE49-F238E27FC236}">
                <a16:creationId xmlns:a16="http://schemas.microsoft.com/office/drawing/2014/main" id="{9E9C2618-6AC7-7537-CC26-518A9E1F12F6}"/>
              </a:ext>
            </a:extLst>
          </p:cNvPr>
          <p:cNvPicPr>
            <a:picLocks noChangeAspect="1"/>
          </p:cNvPicPr>
          <p:nvPr/>
        </p:nvPicPr>
        <p:blipFill>
          <a:blip r:embed="rId2"/>
          <a:stretch>
            <a:fillRect/>
          </a:stretch>
        </p:blipFill>
        <p:spPr>
          <a:xfrm>
            <a:off x="0" y="2293645"/>
            <a:ext cx="12192000" cy="4225526"/>
          </a:xfrm>
          <a:prstGeom prst="rect">
            <a:avLst/>
          </a:prstGeom>
        </p:spPr>
      </p:pic>
      <p:cxnSp>
        <p:nvCxnSpPr>
          <p:cNvPr id="15" name="Straight Arrow Connector 14">
            <a:extLst>
              <a:ext uri="{FF2B5EF4-FFF2-40B4-BE49-F238E27FC236}">
                <a16:creationId xmlns:a16="http://schemas.microsoft.com/office/drawing/2014/main" id="{0D2F2F14-1CF4-A202-B689-5C7B1A599A61}"/>
              </a:ext>
            </a:extLst>
          </p:cNvPr>
          <p:cNvCxnSpPr>
            <a:cxnSpLocks/>
          </p:cNvCxnSpPr>
          <p:nvPr/>
        </p:nvCxnSpPr>
        <p:spPr>
          <a:xfrm flipH="1">
            <a:off x="1127448" y="2069232"/>
            <a:ext cx="1152128" cy="157579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853D5F25-1740-DABF-006D-56B4531F3F8E}"/>
              </a:ext>
            </a:extLst>
          </p:cNvPr>
          <p:cNvCxnSpPr>
            <a:cxnSpLocks/>
          </p:cNvCxnSpPr>
          <p:nvPr/>
        </p:nvCxnSpPr>
        <p:spPr>
          <a:xfrm>
            <a:off x="2431976" y="2069232"/>
            <a:ext cx="279648" cy="394617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9" name="TextBox 18">
            <a:extLst>
              <a:ext uri="{FF2B5EF4-FFF2-40B4-BE49-F238E27FC236}">
                <a16:creationId xmlns:a16="http://schemas.microsoft.com/office/drawing/2014/main" id="{459EC425-D346-07CE-3BBF-036A6A4F1803}"/>
              </a:ext>
            </a:extLst>
          </p:cNvPr>
          <p:cNvSpPr txBox="1"/>
          <p:nvPr/>
        </p:nvSpPr>
        <p:spPr>
          <a:xfrm>
            <a:off x="407368" y="1699900"/>
            <a:ext cx="5929828" cy="369332"/>
          </a:xfrm>
          <a:prstGeom prst="rect">
            <a:avLst/>
          </a:prstGeom>
          <a:noFill/>
        </p:spPr>
        <p:txBody>
          <a:bodyPr wrap="none" rtlCol="0">
            <a:spAutoFit/>
          </a:bodyPr>
          <a:lstStyle/>
          <a:p>
            <a:r>
              <a:rPr lang="en-AU" dirty="0"/>
              <a:t>When accessing DENT1060, be sure these are selected</a:t>
            </a:r>
          </a:p>
        </p:txBody>
      </p:sp>
    </p:spTree>
    <p:extLst>
      <p:ext uri="{BB962C8B-B14F-4D97-AF65-F5344CB8AC3E}">
        <p14:creationId xmlns:p14="http://schemas.microsoft.com/office/powerpoint/2010/main" val="3801255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3B666-AE47-A50F-F753-109BA50CF37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37DA461-C052-83AB-8417-2B338327BDCA}"/>
              </a:ext>
            </a:extLst>
          </p:cNvPr>
          <p:cNvSpPr>
            <a:spLocks noGrp="1"/>
          </p:cNvSpPr>
          <p:nvPr>
            <p:ph type="title"/>
          </p:nvPr>
        </p:nvSpPr>
        <p:spPr/>
        <p:txBody>
          <a:bodyPr/>
          <a:lstStyle/>
          <a:p>
            <a:r>
              <a:rPr lang="en-AU" dirty="0"/>
              <a:t>Learning to use Blackboard…</a:t>
            </a:r>
          </a:p>
        </p:txBody>
      </p:sp>
      <p:sp>
        <p:nvSpPr>
          <p:cNvPr id="10" name="Text Placeholder 9">
            <a:extLst>
              <a:ext uri="{FF2B5EF4-FFF2-40B4-BE49-F238E27FC236}">
                <a16:creationId xmlns:a16="http://schemas.microsoft.com/office/drawing/2014/main" id="{75CB7C0C-74BB-14D0-705F-F656D4EF5C13}"/>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CB135E30-9230-A9CE-BF5E-9DDF35A750F6}"/>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828F92F0-1E67-3E53-193D-F88A07BCC76D}"/>
              </a:ext>
            </a:extLst>
          </p:cNvPr>
          <p:cNvSpPr>
            <a:spLocks noGrp="1"/>
          </p:cNvSpPr>
          <p:nvPr>
            <p:ph type="sldNum" sz="quarter" idx="18"/>
          </p:nvPr>
        </p:nvSpPr>
        <p:spPr/>
        <p:txBody>
          <a:bodyPr/>
          <a:lstStyle/>
          <a:p>
            <a:fld id="{E917DE0E-AFB1-41FD-BC35-27DB61CA125F}" type="slidenum">
              <a:rPr lang="en-AU" smtClean="0"/>
              <a:pPr/>
              <a:t>16</a:t>
            </a:fld>
            <a:endParaRPr lang="en-AU" dirty="0"/>
          </a:p>
        </p:txBody>
      </p:sp>
      <p:sp>
        <p:nvSpPr>
          <p:cNvPr id="11" name="Date Placeholder 10">
            <a:extLst>
              <a:ext uri="{FF2B5EF4-FFF2-40B4-BE49-F238E27FC236}">
                <a16:creationId xmlns:a16="http://schemas.microsoft.com/office/drawing/2014/main" id="{168E1B25-B23F-B2D8-8011-899715CC888D}"/>
              </a:ext>
            </a:extLst>
          </p:cNvPr>
          <p:cNvSpPr>
            <a:spLocks noGrp="1"/>
          </p:cNvSpPr>
          <p:nvPr>
            <p:ph type="dt" sz="half" idx="2"/>
          </p:nvPr>
        </p:nvSpPr>
        <p:spPr/>
        <p:txBody>
          <a:bodyPr/>
          <a:lstStyle/>
          <a:p>
            <a:r>
              <a:rPr lang="en-US"/>
              <a:t>[Entity Name]</a:t>
            </a:r>
            <a:endParaRPr lang="en-AU" dirty="0"/>
          </a:p>
        </p:txBody>
      </p:sp>
      <p:pic>
        <p:nvPicPr>
          <p:cNvPr id="3" name="Picture 2">
            <a:extLst>
              <a:ext uri="{FF2B5EF4-FFF2-40B4-BE49-F238E27FC236}">
                <a16:creationId xmlns:a16="http://schemas.microsoft.com/office/drawing/2014/main" id="{037F1E2B-6787-0351-25CC-50C95889CB26}"/>
              </a:ext>
            </a:extLst>
          </p:cNvPr>
          <p:cNvPicPr>
            <a:picLocks noChangeAspect="1"/>
          </p:cNvPicPr>
          <p:nvPr/>
        </p:nvPicPr>
        <p:blipFill>
          <a:blip r:embed="rId2"/>
          <a:stretch>
            <a:fillRect/>
          </a:stretch>
        </p:blipFill>
        <p:spPr>
          <a:xfrm>
            <a:off x="598387" y="1521792"/>
            <a:ext cx="10988992" cy="5334462"/>
          </a:xfrm>
          <a:prstGeom prst="rect">
            <a:avLst/>
          </a:prstGeom>
        </p:spPr>
      </p:pic>
    </p:spTree>
    <p:extLst>
      <p:ext uri="{BB962C8B-B14F-4D97-AF65-F5344CB8AC3E}">
        <p14:creationId xmlns:p14="http://schemas.microsoft.com/office/powerpoint/2010/main" val="634677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B5541-0B85-7826-CB23-D2FD97DDB851}"/>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3EBA024B-E422-EEED-DA84-5822FC26FA01}"/>
              </a:ext>
            </a:extLst>
          </p:cNvPr>
          <p:cNvSpPr>
            <a:spLocks noGrp="1"/>
          </p:cNvSpPr>
          <p:nvPr>
            <p:ph sz="quarter" idx="10"/>
          </p:nvPr>
        </p:nvSpPr>
        <p:spPr/>
        <p:txBody>
          <a:bodyPr/>
          <a:lstStyle/>
          <a:p>
            <a:r>
              <a:rPr lang="en-AU" dirty="0"/>
              <a:t>Lockers and your locker keys will be assigned to you ASAP through SAS!</a:t>
            </a:r>
          </a:p>
          <a:p>
            <a:pPr marL="285750" indent="-285750">
              <a:buFont typeface="Arial" panose="020B0604020202020204" pitchFamily="34" charset="0"/>
              <a:buChar char="•"/>
            </a:pPr>
            <a:r>
              <a:rPr lang="en-AU" dirty="0"/>
              <a:t>So please be patient and work with us on it!</a:t>
            </a:r>
          </a:p>
          <a:p>
            <a:endParaRPr lang="en-AU" dirty="0"/>
          </a:p>
          <a:p>
            <a:r>
              <a:rPr lang="en-AU" dirty="0"/>
              <a:t>You will collect your keys from the SAS office when it’s ready</a:t>
            </a:r>
          </a:p>
          <a:p>
            <a:pPr marL="285750" indent="-285750">
              <a:buFont typeface="Arial" panose="020B0604020202020204" pitchFamily="34" charset="0"/>
              <a:buChar char="•"/>
            </a:pPr>
            <a:r>
              <a:rPr lang="en-AU" dirty="0"/>
              <a:t>You will receive an email regarding this arrangement closer to the day of collection</a:t>
            </a:r>
          </a:p>
          <a:p>
            <a:pPr marL="285750" indent="-285750">
              <a:buFont typeface="Arial" panose="020B0604020202020204" pitchFamily="34" charset="0"/>
              <a:buChar char="•"/>
            </a:pPr>
            <a:endParaRPr lang="en-AU" dirty="0"/>
          </a:p>
          <a:p>
            <a:r>
              <a:rPr lang="en-AU" dirty="0"/>
              <a:t>Speaking from experience of losing the key 2 times…</a:t>
            </a:r>
          </a:p>
          <a:p>
            <a:pPr marL="285750" indent="-285750">
              <a:buFont typeface="Arial" panose="020B0604020202020204" pitchFamily="34" charset="0"/>
              <a:buChar char="•"/>
            </a:pPr>
            <a:r>
              <a:rPr lang="en-AU" dirty="0"/>
              <a:t>Please do not lose it!</a:t>
            </a:r>
          </a:p>
          <a:p>
            <a:pPr marL="285750" indent="-285750">
              <a:buFont typeface="Arial" panose="020B0604020202020204" pitchFamily="34" charset="0"/>
              <a:buChar char="•"/>
            </a:pPr>
            <a:r>
              <a:rPr lang="en-AU" dirty="0"/>
              <a:t>You cannot create a copy of the key, so you need to pay for replacement!</a:t>
            </a:r>
          </a:p>
        </p:txBody>
      </p:sp>
      <p:sp>
        <p:nvSpPr>
          <p:cNvPr id="8" name="Title 7">
            <a:extLst>
              <a:ext uri="{FF2B5EF4-FFF2-40B4-BE49-F238E27FC236}">
                <a16:creationId xmlns:a16="http://schemas.microsoft.com/office/drawing/2014/main" id="{64DE37F7-04A3-3D37-27B3-66067BC32B09}"/>
              </a:ext>
            </a:extLst>
          </p:cNvPr>
          <p:cNvSpPr>
            <a:spLocks noGrp="1"/>
          </p:cNvSpPr>
          <p:nvPr>
            <p:ph type="title"/>
          </p:nvPr>
        </p:nvSpPr>
        <p:spPr/>
        <p:txBody>
          <a:bodyPr/>
          <a:lstStyle/>
          <a:p>
            <a:r>
              <a:rPr lang="en-AU" dirty="0"/>
              <a:t>Locker Keys:</a:t>
            </a:r>
          </a:p>
        </p:txBody>
      </p:sp>
      <p:sp>
        <p:nvSpPr>
          <p:cNvPr id="10" name="Text Placeholder 9">
            <a:extLst>
              <a:ext uri="{FF2B5EF4-FFF2-40B4-BE49-F238E27FC236}">
                <a16:creationId xmlns:a16="http://schemas.microsoft.com/office/drawing/2014/main" id="{0264F0DB-68B1-FDCF-43E6-D4CE6CBBF455}"/>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B0893853-5D98-7EE4-A28D-5190E4E6B53F}"/>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694742CE-D696-9EFE-00B9-93595CB19B60}"/>
              </a:ext>
            </a:extLst>
          </p:cNvPr>
          <p:cNvSpPr>
            <a:spLocks noGrp="1"/>
          </p:cNvSpPr>
          <p:nvPr>
            <p:ph type="sldNum" sz="quarter" idx="18"/>
          </p:nvPr>
        </p:nvSpPr>
        <p:spPr/>
        <p:txBody>
          <a:bodyPr/>
          <a:lstStyle/>
          <a:p>
            <a:fld id="{E917DE0E-AFB1-41FD-BC35-27DB61CA125F}" type="slidenum">
              <a:rPr lang="en-AU" smtClean="0"/>
              <a:pPr/>
              <a:t>17</a:t>
            </a:fld>
            <a:endParaRPr lang="en-AU" dirty="0"/>
          </a:p>
        </p:txBody>
      </p:sp>
      <p:sp>
        <p:nvSpPr>
          <p:cNvPr id="11" name="Date Placeholder 10">
            <a:extLst>
              <a:ext uri="{FF2B5EF4-FFF2-40B4-BE49-F238E27FC236}">
                <a16:creationId xmlns:a16="http://schemas.microsoft.com/office/drawing/2014/main" id="{6661210E-E64C-0826-3B03-48BE5B4A3889}"/>
              </a:ext>
            </a:extLst>
          </p:cNvPr>
          <p:cNvSpPr>
            <a:spLocks noGrp="1"/>
          </p:cNvSpPr>
          <p:nvPr>
            <p:ph type="dt" sz="half" idx="2"/>
          </p:nvPr>
        </p:nvSpPr>
        <p:spPr/>
        <p:txBody>
          <a:bodyPr/>
          <a:lstStyle/>
          <a:p>
            <a:r>
              <a:rPr lang="en-US"/>
              <a:t>[Entity Name]</a:t>
            </a:r>
            <a:endParaRPr lang="en-AU" dirty="0"/>
          </a:p>
        </p:txBody>
      </p:sp>
    </p:spTree>
    <p:extLst>
      <p:ext uri="{BB962C8B-B14F-4D97-AF65-F5344CB8AC3E}">
        <p14:creationId xmlns:p14="http://schemas.microsoft.com/office/powerpoint/2010/main" val="3862988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3A49C-1A8A-4A82-8296-10E933DFF189}"/>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ED4C7923-D7F3-55B7-8843-65BB903877BD}"/>
              </a:ext>
            </a:extLst>
          </p:cNvPr>
          <p:cNvSpPr>
            <a:spLocks noGrp="1"/>
          </p:cNvSpPr>
          <p:nvPr>
            <p:ph sz="quarter" idx="10"/>
          </p:nvPr>
        </p:nvSpPr>
        <p:spPr>
          <a:xfrm>
            <a:off x="695326" y="1700213"/>
            <a:ext cx="2977878" cy="3312963"/>
          </a:xfrm>
        </p:spPr>
        <p:txBody>
          <a:bodyPr/>
          <a:lstStyle/>
          <a:p>
            <a:r>
              <a:rPr lang="en-AU" dirty="0"/>
              <a:t>Be dressed appropriately and/or professionally</a:t>
            </a:r>
          </a:p>
          <a:p>
            <a:pPr marL="285750" indent="-285750">
              <a:buFont typeface="Arial" panose="020B0604020202020204" pitchFamily="34" charset="0"/>
              <a:buChar char="•"/>
            </a:pPr>
            <a:r>
              <a:rPr lang="en-AU" dirty="0"/>
              <a:t>Shoes need to be fully </a:t>
            </a:r>
            <a:r>
              <a:rPr lang="en-AU" b="1" u="sng" dirty="0"/>
              <a:t>enclosed, non-porous, leather-type</a:t>
            </a:r>
          </a:p>
          <a:p>
            <a:pPr marL="285750" indent="-285750">
              <a:buFont typeface="Arial" panose="020B0604020202020204" pitchFamily="34" charset="0"/>
              <a:buChar char="•"/>
            </a:pPr>
            <a:r>
              <a:rPr lang="en-AU" dirty="0"/>
              <a:t>Please wear your </a:t>
            </a:r>
            <a:r>
              <a:rPr lang="en-AU" b="1" u="sng" dirty="0"/>
              <a:t>name tag</a:t>
            </a:r>
            <a:r>
              <a:rPr lang="en-AU" dirty="0"/>
              <a:t> at all times!</a:t>
            </a:r>
          </a:p>
          <a:p>
            <a:pPr marL="285750" indent="-285750">
              <a:buFont typeface="Arial" panose="020B0604020202020204" pitchFamily="34" charset="0"/>
              <a:buChar char="•"/>
            </a:pPr>
            <a:r>
              <a:rPr lang="en-AU" dirty="0"/>
              <a:t>Bring your safety glasses, equipment, workbook, and a pen</a:t>
            </a:r>
          </a:p>
        </p:txBody>
      </p:sp>
      <p:sp>
        <p:nvSpPr>
          <p:cNvPr id="8" name="Title 7">
            <a:extLst>
              <a:ext uri="{FF2B5EF4-FFF2-40B4-BE49-F238E27FC236}">
                <a16:creationId xmlns:a16="http://schemas.microsoft.com/office/drawing/2014/main" id="{E4F314E9-8CB4-C692-5572-EB7DFAB43DA9}"/>
              </a:ext>
            </a:extLst>
          </p:cNvPr>
          <p:cNvSpPr>
            <a:spLocks noGrp="1"/>
          </p:cNvSpPr>
          <p:nvPr>
            <p:ph type="title"/>
          </p:nvPr>
        </p:nvSpPr>
        <p:spPr/>
        <p:txBody>
          <a:bodyPr/>
          <a:lstStyle/>
          <a:p>
            <a:r>
              <a:rPr lang="en-AU" dirty="0"/>
              <a:t>DENT1060 Peer &amp; Pre - clinics</a:t>
            </a:r>
          </a:p>
        </p:txBody>
      </p:sp>
      <p:sp>
        <p:nvSpPr>
          <p:cNvPr id="10" name="Text Placeholder 9">
            <a:extLst>
              <a:ext uri="{FF2B5EF4-FFF2-40B4-BE49-F238E27FC236}">
                <a16:creationId xmlns:a16="http://schemas.microsoft.com/office/drawing/2014/main" id="{6E17AA07-EF40-6DDA-236A-D4C5C1415049}"/>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42A735AD-4855-A642-A920-040333924A36}"/>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9344FD55-3ADF-55E9-A56A-72170F083C52}"/>
              </a:ext>
            </a:extLst>
          </p:cNvPr>
          <p:cNvSpPr>
            <a:spLocks noGrp="1"/>
          </p:cNvSpPr>
          <p:nvPr>
            <p:ph type="sldNum" sz="quarter" idx="18"/>
          </p:nvPr>
        </p:nvSpPr>
        <p:spPr/>
        <p:txBody>
          <a:bodyPr/>
          <a:lstStyle/>
          <a:p>
            <a:fld id="{E917DE0E-AFB1-41FD-BC35-27DB61CA125F}" type="slidenum">
              <a:rPr lang="en-AU" smtClean="0"/>
              <a:pPr/>
              <a:t>18</a:t>
            </a:fld>
            <a:endParaRPr lang="en-AU" dirty="0"/>
          </a:p>
        </p:txBody>
      </p:sp>
      <p:sp>
        <p:nvSpPr>
          <p:cNvPr id="11" name="Date Placeholder 10">
            <a:extLst>
              <a:ext uri="{FF2B5EF4-FFF2-40B4-BE49-F238E27FC236}">
                <a16:creationId xmlns:a16="http://schemas.microsoft.com/office/drawing/2014/main" id="{AA34D126-6E48-D017-E70A-7671B5B4BBC3}"/>
              </a:ext>
            </a:extLst>
          </p:cNvPr>
          <p:cNvSpPr>
            <a:spLocks noGrp="1"/>
          </p:cNvSpPr>
          <p:nvPr>
            <p:ph type="dt" sz="half" idx="2"/>
          </p:nvPr>
        </p:nvSpPr>
        <p:spPr/>
        <p:txBody>
          <a:bodyPr/>
          <a:lstStyle/>
          <a:p>
            <a:r>
              <a:rPr lang="en-US"/>
              <a:t>[Entity Name]</a:t>
            </a:r>
            <a:endParaRPr lang="en-AU" dirty="0"/>
          </a:p>
        </p:txBody>
      </p:sp>
      <p:pic>
        <p:nvPicPr>
          <p:cNvPr id="2" name="Picture 1">
            <a:extLst>
              <a:ext uri="{FF2B5EF4-FFF2-40B4-BE49-F238E27FC236}">
                <a16:creationId xmlns:a16="http://schemas.microsoft.com/office/drawing/2014/main" id="{CC575183-BDF8-2958-762E-93DDC520BBF3}"/>
              </a:ext>
            </a:extLst>
          </p:cNvPr>
          <p:cNvPicPr>
            <a:picLocks noChangeAspect="1"/>
          </p:cNvPicPr>
          <p:nvPr/>
        </p:nvPicPr>
        <p:blipFill>
          <a:blip r:embed="rId2"/>
          <a:stretch>
            <a:fillRect/>
          </a:stretch>
        </p:blipFill>
        <p:spPr>
          <a:xfrm>
            <a:off x="3673204" y="1756829"/>
            <a:ext cx="7826300" cy="3400958"/>
          </a:xfrm>
          <a:prstGeom prst="rect">
            <a:avLst/>
          </a:prstGeom>
        </p:spPr>
      </p:pic>
      <p:sp>
        <p:nvSpPr>
          <p:cNvPr id="3" name="TextBox 2">
            <a:extLst>
              <a:ext uri="{FF2B5EF4-FFF2-40B4-BE49-F238E27FC236}">
                <a16:creationId xmlns:a16="http://schemas.microsoft.com/office/drawing/2014/main" id="{E791FC8C-9389-74F9-5BD8-65572E3300A9}"/>
              </a:ext>
            </a:extLst>
          </p:cNvPr>
          <p:cNvSpPr txBox="1"/>
          <p:nvPr/>
        </p:nvSpPr>
        <p:spPr>
          <a:xfrm>
            <a:off x="695325" y="5435932"/>
            <a:ext cx="11089307" cy="923330"/>
          </a:xfrm>
          <a:prstGeom prst="rect">
            <a:avLst/>
          </a:prstGeom>
          <a:noFill/>
        </p:spPr>
        <p:txBody>
          <a:bodyPr wrap="square" rtlCol="0">
            <a:spAutoFit/>
          </a:bodyPr>
          <a:lstStyle/>
          <a:p>
            <a:r>
              <a:rPr lang="en-AU" dirty="0"/>
              <a:t>Also, you will be assigning yourselves to your own seats in Pre-clinic, and forming groups of 3 for Peer clinic!</a:t>
            </a:r>
          </a:p>
          <a:p>
            <a:pPr marL="285750" indent="-285750">
              <a:buFont typeface="Arial" panose="020B0604020202020204" pitchFamily="34" charset="0"/>
              <a:buChar char="•"/>
            </a:pPr>
            <a:r>
              <a:rPr lang="en-AU" dirty="0"/>
              <a:t>Some exceptions apply with seating arrangements, but this will be clarified on relevant days</a:t>
            </a:r>
          </a:p>
        </p:txBody>
      </p:sp>
    </p:spTree>
    <p:extLst>
      <p:ext uri="{BB962C8B-B14F-4D97-AF65-F5344CB8AC3E}">
        <p14:creationId xmlns:p14="http://schemas.microsoft.com/office/powerpoint/2010/main" val="3717973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F6E49-8878-2BCB-DCF4-1883D0B64765}"/>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73FFA2EA-8D23-3C64-B274-7A76C72F7724}"/>
              </a:ext>
            </a:extLst>
          </p:cNvPr>
          <p:cNvSpPr>
            <a:spLocks noGrp="1"/>
          </p:cNvSpPr>
          <p:nvPr>
            <p:ph sz="quarter" idx="10"/>
          </p:nvPr>
        </p:nvSpPr>
        <p:spPr>
          <a:xfrm>
            <a:off x="695326" y="1700213"/>
            <a:ext cx="5976738" cy="4608512"/>
          </a:xfrm>
        </p:spPr>
        <p:txBody>
          <a:bodyPr/>
          <a:lstStyle/>
          <a:p>
            <a:r>
              <a:rPr lang="en-AU" dirty="0"/>
              <a:t>Things not allowed</a:t>
            </a:r>
          </a:p>
          <a:p>
            <a:pPr marL="285750" indent="-285750">
              <a:buFont typeface="Arial" panose="020B0604020202020204" pitchFamily="34" charset="0"/>
              <a:buChar char="•"/>
            </a:pPr>
            <a:r>
              <a:rPr lang="en-AU" dirty="0"/>
              <a:t>Watches (including smart watches)</a:t>
            </a:r>
          </a:p>
          <a:p>
            <a:pPr marL="285750" indent="-285750">
              <a:buFont typeface="Arial" panose="020B0604020202020204" pitchFamily="34" charset="0"/>
              <a:buChar char="•"/>
            </a:pPr>
            <a:r>
              <a:rPr lang="en-AU" dirty="0"/>
              <a:t>Fitness devices</a:t>
            </a:r>
          </a:p>
          <a:p>
            <a:pPr marL="285750" indent="-285750">
              <a:buFont typeface="Arial" panose="020B0604020202020204" pitchFamily="34" charset="0"/>
              <a:buChar char="•"/>
            </a:pPr>
            <a:r>
              <a:rPr lang="en-AU" dirty="0"/>
              <a:t>Rings (</a:t>
            </a:r>
            <a:r>
              <a:rPr lang="en-AU" b="1" u="sng" dirty="0"/>
              <a:t>some exceptions are allowed</a:t>
            </a:r>
            <a:r>
              <a:rPr lang="en-AU" dirty="0"/>
              <a:t>)</a:t>
            </a:r>
          </a:p>
          <a:p>
            <a:pPr marL="285750" indent="-285750">
              <a:buFont typeface="Arial" panose="020B0604020202020204" pitchFamily="34" charset="0"/>
              <a:buChar char="•"/>
            </a:pPr>
            <a:r>
              <a:rPr lang="en-AU" dirty="0"/>
              <a:t>Nail polish/fake nails</a:t>
            </a:r>
          </a:p>
          <a:p>
            <a:pPr marL="285750" indent="-285750">
              <a:buFont typeface="Arial" panose="020B0604020202020204" pitchFamily="34" charset="0"/>
              <a:buChar char="•"/>
            </a:pPr>
            <a:r>
              <a:rPr lang="en-AU" dirty="0"/>
              <a:t>Excess/extra clothing material below the elbows</a:t>
            </a:r>
          </a:p>
          <a:p>
            <a:pPr marL="285750" indent="-285750">
              <a:buFont typeface="Arial" panose="020B0604020202020204" pitchFamily="34" charset="0"/>
              <a:buChar char="•"/>
            </a:pPr>
            <a:endParaRPr lang="en-AU" dirty="0"/>
          </a:p>
          <a:p>
            <a:r>
              <a:rPr lang="en-AU" dirty="0"/>
              <a:t>Having said that…</a:t>
            </a:r>
          </a:p>
          <a:p>
            <a:pPr marL="285750" indent="-285750">
              <a:buFont typeface="Arial" panose="020B0604020202020204" pitchFamily="34" charset="0"/>
              <a:buChar char="•"/>
            </a:pPr>
            <a:r>
              <a:rPr lang="en-AU" dirty="0"/>
              <a:t>Anything with medical/cultural/personal meaning, please discuss with me</a:t>
            </a:r>
          </a:p>
        </p:txBody>
      </p:sp>
      <p:sp>
        <p:nvSpPr>
          <p:cNvPr id="8" name="Title 7">
            <a:extLst>
              <a:ext uri="{FF2B5EF4-FFF2-40B4-BE49-F238E27FC236}">
                <a16:creationId xmlns:a16="http://schemas.microsoft.com/office/drawing/2014/main" id="{97F3D27B-7F8B-2664-7863-660A4D5404B7}"/>
              </a:ext>
            </a:extLst>
          </p:cNvPr>
          <p:cNvSpPr>
            <a:spLocks noGrp="1"/>
          </p:cNvSpPr>
          <p:nvPr>
            <p:ph type="title"/>
          </p:nvPr>
        </p:nvSpPr>
        <p:spPr/>
        <p:txBody>
          <a:bodyPr/>
          <a:lstStyle/>
          <a:p>
            <a:r>
              <a:rPr lang="en-AU" dirty="0"/>
              <a:t>Bare below the elbows</a:t>
            </a:r>
          </a:p>
        </p:txBody>
      </p:sp>
      <p:sp>
        <p:nvSpPr>
          <p:cNvPr id="10" name="Text Placeholder 9">
            <a:extLst>
              <a:ext uri="{FF2B5EF4-FFF2-40B4-BE49-F238E27FC236}">
                <a16:creationId xmlns:a16="http://schemas.microsoft.com/office/drawing/2014/main" id="{A15E0D51-5DF7-A02D-E9FD-1DA8D7A10E42}"/>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67ABB26C-5C8E-BF13-4ED7-A87F67DF88B7}"/>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644382AF-B0BE-A9B6-C8C7-6D113646CBE3}"/>
              </a:ext>
            </a:extLst>
          </p:cNvPr>
          <p:cNvSpPr>
            <a:spLocks noGrp="1"/>
          </p:cNvSpPr>
          <p:nvPr>
            <p:ph type="sldNum" sz="quarter" idx="18"/>
          </p:nvPr>
        </p:nvSpPr>
        <p:spPr/>
        <p:txBody>
          <a:bodyPr/>
          <a:lstStyle/>
          <a:p>
            <a:fld id="{E917DE0E-AFB1-41FD-BC35-27DB61CA125F}" type="slidenum">
              <a:rPr lang="en-AU" smtClean="0"/>
              <a:pPr/>
              <a:t>19</a:t>
            </a:fld>
            <a:endParaRPr lang="en-AU" dirty="0"/>
          </a:p>
        </p:txBody>
      </p:sp>
      <p:sp>
        <p:nvSpPr>
          <p:cNvPr id="11" name="Date Placeholder 10">
            <a:extLst>
              <a:ext uri="{FF2B5EF4-FFF2-40B4-BE49-F238E27FC236}">
                <a16:creationId xmlns:a16="http://schemas.microsoft.com/office/drawing/2014/main" id="{EAE43BC9-4484-D976-AF98-C2532EBB8704}"/>
              </a:ext>
            </a:extLst>
          </p:cNvPr>
          <p:cNvSpPr>
            <a:spLocks noGrp="1"/>
          </p:cNvSpPr>
          <p:nvPr>
            <p:ph type="dt" sz="half" idx="2"/>
          </p:nvPr>
        </p:nvSpPr>
        <p:spPr/>
        <p:txBody>
          <a:bodyPr/>
          <a:lstStyle/>
          <a:p>
            <a:r>
              <a:rPr lang="en-US"/>
              <a:t>[Entity Name]</a:t>
            </a:r>
            <a:endParaRPr lang="en-AU" dirty="0"/>
          </a:p>
        </p:txBody>
      </p:sp>
      <p:pic>
        <p:nvPicPr>
          <p:cNvPr id="2" name="Picture 1">
            <a:extLst>
              <a:ext uri="{FF2B5EF4-FFF2-40B4-BE49-F238E27FC236}">
                <a16:creationId xmlns:a16="http://schemas.microsoft.com/office/drawing/2014/main" id="{7E375E18-7CD7-6609-CB2E-B9431ED813F3}"/>
              </a:ext>
            </a:extLst>
          </p:cNvPr>
          <p:cNvPicPr>
            <a:picLocks noChangeAspect="1"/>
          </p:cNvPicPr>
          <p:nvPr/>
        </p:nvPicPr>
        <p:blipFill>
          <a:blip r:embed="rId2"/>
          <a:stretch>
            <a:fillRect/>
          </a:stretch>
        </p:blipFill>
        <p:spPr>
          <a:xfrm>
            <a:off x="7785217" y="1287264"/>
            <a:ext cx="3353916" cy="5015766"/>
          </a:xfrm>
          <a:prstGeom prst="rect">
            <a:avLst/>
          </a:prstGeom>
        </p:spPr>
      </p:pic>
    </p:spTree>
    <p:extLst>
      <p:ext uri="{BB962C8B-B14F-4D97-AF65-F5344CB8AC3E}">
        <p14:creationId xmlns:p14="http://schemas.microsoft.com/office/powerpoint/2010/main" val="3153539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91EFA-2816-161B-6BB2-0BAD79EA5244}"/>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8AF9C8D1-63BF-7468-C9B3-A0D3CEAF41EE}"/>
              </a:ext>
            </a:extLst>
          </p:cNvPr>
          <p:cNvSpPr>
            <a:spLocks noGrp="1"/>
          </p:cNvSpPr>
          <p:nvPr>
            <p:ph sz="quarter" idx="10"/>
          </p:nvPr>
        </p:nvSpPr>
        <p:spPr/>
        <p:txBody>
          <a:bodyPr/>
          <a:lstStyle/>
          <a:p>
            <a:pPr marL="285750" indent="-285750">
              <a:buFont typeface="Arial" panose="020B0604020202020204" pitchFamily="34" charset="0"/>
              <a:buChar char="•"/>
            </a:pPr>
            <a:r>
              <a:rPr lang="en-AU" dirty="0">
                <a:solidFill>
                  <a:srgbClr val="20152A"/>
                </a:solidFill>
                <a:effectLst/>
                <a:latin typeface="Helvetica" pitchFamily="2" charset="0"/>
              </a:rPr>
              <a:t>Stipulated PPE must be worn, or you will </a:t>
            </a:r>
            <a:r>
              <a:rPr lang="en-AU" b="1" u="sng" dirty="0">
                <a:solidFill>
                  <a:srgbClr val="20152A"/>
                </a:solidFill>
                <a:effectLst/>
                <a:latin typeface="Helvetica" pitchFamily="2" charset="0"/>
              </a:rPr>
              <a:t>NOT</a:t>
            </a:r>
            <a:r>
              <a:rPr lang="en-AU" dirty="0">
                <a:solidFill>
                  <a:srgbClr val="20152A"/>
                </a:solidFill>
                <a:effectLst/>
                <a:latin typeface="Helvetica" pitchFamily="2" charset="0"/>
              </a:rPr>
              <a:t> be allowed to access the clinic. </a:t>
            </a:r>
          </a:p>
          <a:p>
            <a:pPr marL="645750" lvl="2" indent="-285750"/>
            <a:r>
              <a:rPr lang="en-AU" dirty="0">
                <a:solidFill>
                  <a:srgbClr val="20152A"/>
                </a:solidFill>
                <a:effectLst/>
                <a:latin typeface="Helvetica" pitchFamily="2" charset="0"/>
              </a:rPr>
              <a:t>This includes:</a:t>
            </a:r>
          </a:p>
          <a:p>
            <a:pPr marL="645750" lvl="2" indent="-285750"/>
            <a:r>
              <a:rPr lang="en-AU" dirty="0">
                <a:solidFill>
                  <a:srgbClr val="20152A"/>
                </a:solidFill>
                <a:effectLst/>
                <a:latin typeface="Helvetica" pitchFamily="2" charset="0"/>
              </a:rPr>
              <a:t>Impervious shoes</a:t>
            </a:r>
          </a:p>
          <a:p>
            <a:pPr marL="645750" lvl="2" indent="-285750"/>
            <a:r>
              <a:rPr lang="en-AU" dirty="0">
                <a:solidFill>
                  <a:srgbClr val="20152A"/>
                </a:solidFill>
                <a:effectLst/>
                <a:latin typeface="Helvetica" pitchFamily="2" charset="0"/>
              </a:rPr>
              <a:t>Comfortable, quality pair of safety glasses that comply with Australian standards: </a:t>
            </a:r>
            <a:r>
              <a:rPr lang="en-AU" dirty="0">
                <a:solidFill>
                  <a:srgbClr val="3F1466"/>
                </a:solidFill>
                <a:effectLst/>
                <a:latin typeface="Helvetica" pitchFamily="2" charset="0"/>
              </a:rPr>
              <a:t>AS/NZS 1337:2012 Personal eye protection</a:t>
            </a:r>
          </a:p>
          <a:p>
            <a:pPr marL="285750" indent="-285750">
              <a:buFont typeface="Arial" panose="020B0604020202020204" pitchFamily="34" charset="0"/>
              <a:buChar char="•"/>
            </a:pPr>
            <a:r>
              <a:rPr lang="en-AU" dirty="0">
                <a:solidFill>
                  <a:srgbClr val="20152A"/>
                </a:solidFill>
                <a:effectLst/>
                <a:latin typeface="Helvetica" pitchFamily="2" charset="0"/>
              </a:rPr>
              <a:t>Standard prescription glasses are not safety compliant and need to be worn with face shield or over-spec safety glasses.</a:t>
            </a:r>
          </a:p>
        </p:txBody>
      </p:sp>
      <p:sp>
        <p:nvSpPr>
          <p:cNvPr id="8" name="Title 7">
            <a:extLst>
              <a:ext uri="{FF2B5EF4-FFF2-40B4-BE49-F238E27FC236}">
                <a16:creationId xmlns:a16="http://schemas.microsoft.com/office/drawing/2014/main" id="{A4F68809-A68A-1B29-6162-48E690B8E79D}"/>
              </a:ext>
            </a:extLst>
          </p:cNvPr>
          <p:cNvSpPr>
            <a:spLocks noGrp="1"/>
          </p:cNvSpPr>
          <p:nvPr>
            <p:ph type="title"/>
          </p:nvPr>
        </p:nvSpPr>
        <p:spPr/>
        <p:txBody>
          <a:bodyPr/>
          <a:lstStyle/>
          <a:p>
            <a:r>
              <a:rPr lang="en-AU" dirty="0"/>
              <a:t>Personal Protective Equipment (PPE)</a:t>
            </a:r>
          </a:p>
        </p:txBody>
      </p:sp>
      <p:sp>
        <p:nvSpPr>
          <p:cNvPr id="10" name="Text Placeholder 9">
            <a:extLst>
              <a:ext uri="{FF2B5EF4-FFF2-40B4-BE49-F238E27FC236}">
                <a16:creationId xmlns:a16="http://schemas.microsoft.com/office/drawing/2014/main" id="{E29066AF-9E0F-D15B-6E1F-70AFB61C63BF}"/>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C633A852-7FA4-F944-6A5E-37DAD7610D9C}"/>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CFA67FA9-E435-9206-D89B-9FEBAFBF3007}"/>
              </a:ext>
            </a:extLst>
          </p:cNvPr>
          <p:cNvSpPr>
            <a:spLocks noGrp="1"/>
          </p:cNvSpPr>
          <p:nvPr>
            <p:ph type="sldNum" sz="quarter" idx="18"/>
          </p:nvPr>
        </p:nvSpPr>
        <p:spPr/>
        <p:txBody>
          <a:bodyPr/>
          <a:lstStyle/>
          <a:p>
            <a:fld id="{E917DE0E-AFB1-41FD-BC35-27DB61CA125F}" type="slidenum">
              <a:rPr lang="en-AU" smtClean="0"/>
              <a:pPr/>
              <a:t>20</a:t>
            </a:fld>
            <a:endParaRPr lang="en-AU" dirty="0"/>
          </a:p>
        </p:txBody>
      </p:sp>
      <p:sp>
        <p:nvSpPr>
          <p:cNvPr id="11" name="Date Placeholder 10">
            <a:extLst>
              <a:ext uri="{FF2B5EF4-FFF2-40B4-BE49-F238E27FC236}">
                <a16:creationId xmlns:a16="http://schemas.microsoft.com/office/drawing/2014/main" id="{6B9989F0-9355-CC0D-9E2D-222CF7192F1F}"/>
              </a:ext>
            </a:extLst>
          </p:cNvPr>
          <p:cNvSpPr>
            <a:spLocks noGrp="1"/>
          </p:cNvSpPr>
          <p:nvPr>
            <p:ph type="dt" sz="half" idx="2"/>
          </p:nvPr>
        </p:nvSpPr>
        <p:spPr/>
        <p:txBody>
          <a:bodyPr/>
          <a:lstStyle/>
          <a:p>
            <a:r>
              <a:rPr lang="en-US"/>
              <a:t>[Entity Name]</a:t>
            </a:r>
            <a:endParaRPr lang="en-AU" dirty="0"/>
          </a:p>
        </p:txBody>
      </p:sp>
      <p:pic>
        <p:nvPicPr>
          <p:cNvPr id="2" name="Picture 1">
            <a:extLst>
              <a:ext uri="{FF2B5EF4-FFF2-40B4-BE49-F238E27FC236}">
                <a16:creationId xmlns:a16="http://schemas.microsoft.com/office/drawing/2014/main" id="{87036F0C-D630-F0B5-95B2-B30D90238D9E}"/>
              </a:ext>
            </a:extLst>
          </p:cNvPr>
          <p:cNvPicPr>
            <a:picLocks noChangeAspect="1"/>
          </p:cNvPicPr>
          <p:nvPr/>
        </p:nvPicPr>
        <p:blipFill>
          <a:blip r:embed="rId2"/>
          <a:stretch>
            <a:fillRect/>
          </a:stretch>
        </p:blipFill>
        <p:spPr>
          <a:xfrm>
            <a:off x="9624392" y="4103811"/>
            <a:ext cx="2217142" cy="2361112"/>
          </a:xfrm>
          <a:prstGeom prst="rect">
            <a:avLst/>
          </a:prstGeom>
        </p:spPr>
      </p:pic>
      <p:pic>
        <p:nvPicPr>
          <p:cNvPr id="4098" name="Picture 2" descr="Hogies Prescription Insert - hogies.com">
            <a:extLst>
              <a:ext uri="{FF2B5EF4-FFF2-40B4-BE49-F238E27FC236}">
                <a16:creationId xmlns:a16="http://schemas.microsoft.com/office/drawing/2014/main" id="{1ECE7811-B6F7-43C5-E330-481AC6B41F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2424" y="4060825"/>
            <a:ext cx="3492500" cy="23241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Protective Eyewear Goggles ...">
            <a:extLst>
              <a:ext uri="{FF2B5EF4-FFF2-40B4-BE49-F238E27FC236}">
                <a16:creationId xmlns:a16="http://schemas.microsoft.com/office/drawing/2014/main" id="{67A9DC13-F05F-CD48-7642-AC249F4333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3558" y="3937234"/>
            <a:ext cx="3632200" cy="223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6236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4779E-849D-1F64-B5E9-2A10B3C1BE42}"/>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814A3399-87EC-A4EA-B4FE-8DB547BC70DE}"/>
              </a:ext>
            </a:extLst>
          </p:cNvPr>
          <p:cNvSpPr>
            <a:spLocks noGrp="1"/>
          </p:cNvSpPr>
          <p:nvPr>
            <p:ph sz="quarter" idx="10"/>
          </p:nvPr>
        </p:nvSpPr>
        <p:spPr/>
        <p:txBody>
          <a:bodyPr/>
          <a:lstStyle/>
          <a:p>
            <a:r>
              <a:rPr lang="en-AU" dirty="0"/>
              <a:t>One of the reasons why we ask you to take things seriously</a:t>
            </a:r>
          </a:p>
          <a:p>
            <a:pPr marL="285750" indent="-285750">
              <a:buFont typeface="Arial" panose="020B0604020202020204" pitchFamily="34" charset="0"/>
              <a:buChar char="•"/>
            </a:pPr>
            <a:r>
              <a:rPr lang="en-AU" dirty="0"/>
              <a:t>There is a lot of paperwork to fill out, but it is for your safety</a:t>
            </a:r>
          </a:p>
        </p:txBody>
      </p:sp>
      <p:sp>
        <p:nvSpPr>
          <p:cNvPr id="8" name="Title 7">
            <a:extLst>
              <a:ext uri="{FF2B5EF4-FFF2-40B4-BE49-F238E27FC236}">
                <a16:creationId xmlns:a16="http://schemas.microsoft.com/office/drawing/2014/main" id="{158E94B4-4B02-E7F4-236B-03D0AB5090EE}"/>
              </a:ext>
            </a:extLst>
          </p:cNvPr>
          <p:cNvSpPr>
            <a:spLocks noGrp="1"/>
          </p:cNvSpPr>
          <p:nvPr>
            <p:ph type="title"/>
          </p:nvPr>
        </p:nvSpPr>
        <p:spPr/>
        <p:txBody>
          <a:bodyPr/>
          <a:lstStyle/>
          <a:p>
            <a:r>
              <a:rPr lang="en-AU" dirty="0"/>
              <a:t>Incident reporting</a:t>
            </a:r>
          </a:p>
        </p:txBody>
      </p:sp>
      <p:sp>
        <p:nvSpPr>
          <p:cNvPr id="10" name="Text Placeholder 9">
            <a:extLst>
              <a:ext uri="{FF2B5EF4-FFF2-40B4-BE49-F238E27FC236}">
                <a16:creationId xmlns:a16="http://schemas.microsoft.com/office/drawing/2014/main" id="{B15BE693-EB8F-5167-14FA-86800B96DDC1}"/>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BC93AD22-3790-02A4-719B-8D8BF79223F2}"/>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5FB392A9-2355-45F1-6792-A276051E204A}"/>
              </a:ext>
            </a:extLst>
          </p:cNvPr>
          <p:cNvSpPr>
            <a:spLocks noGrp="1"/>
          </p:cNvSpPr>
          <p:nvPr>
            <p:ph type="sldNum" sz="quarter" idx="18"/>
          </p:nvPr>
        </p:nvSpPr>
        <p:spPr/>
        <p:txBody>
          <a:bodyPr/>
          <a:lstStyle/>
          <a:p>
            <a:fld id="{E917DE0E-AFB1-41FD-BC35-27DB61CA125F}" type="slidenum">
              <a:rPr lang="en-AU" smtClean="0"/>
              <a:pPr/>
              <a:t>21</a:t>
            </a:fld>
            <a:endParaRPr lang="en-AU" dirty="0"/>
          </a:p>
        </p:txBody>
      </p:sp>
      <p:sp>
        <p:nvSpPr>
          <p:cNvPr id="11" name="Date Placeholder 10">
            <a:extLst>
              <a:ext uri="{FF2B5EF4-FFF2-40B4-BE49-F238E27FC236}">
                <a16:creationId xmlns:a16="http://schemas.microsoft.com/office/drawing/2014/main" id="{2DAFC4C5-4477-3434-9C0F-204928B9CFA0}"/>
              </a:ext>
            </a:extLst>
          </p:cNvPr>
          <p:cNvSpPr>
            <a:spLocks noGrp="1"/>
          </p:cNvSpPr>
          <p:nvPr>
            <p:ph type="dt" sz="half" idx="2"/>
          </p:nvPr>
        </p:nvSpPr>
        <p:spPr/>
        <p:txBody>
          <a:bodyPr/>
          <a:lstStyle/>
          <a:p>
            <a:r>
              <a:rPr lang="en-US"/>
              <a:t>[Entity Name]</a:t>
            </a:r>
            <a:endParaRPr lang="en-AU" dirty="0"/>
          </a:p>
        </p:txBody>
      </p:sp>
      <p:pic>
        <p:nvPicPr>
          <p:cNvPr id="2" name="Picture 1">
            <a:extLst>
              <a:ext uri="{FF2B5EF4-FFF2-40B4-BE49-F238E27FC236}">
                <a16:creationId xmlns:a16="http://schemas.microsoft.com/office/drawing/2014/main" id="{3C319DBB-4796-6A2D-C9EB-2686BB6D1A30}"/>
              </a:ext>
            </a:extLst>
          </p:cNvPr>
          <p:cNvPicPr>
            <a:picLocks noChangeAspect="1"/>
          </p:cNvPicPr>
          <p:nvPr/>
        </p:nvPicPr>
        <p:blipFill>
          <a:blip r:embed="rId2"/>
          <a:stretch>
            <a:fillRect/>
          </a:stretch>
        </p:blipFill>
        <p:spPr>
          <a:xfrm>
            <a:off x="2640108" y="2498318"/>
            <a:ext cx="6905550" cy="3962678"/>
          </a:xfrm>
          <a:prstGeom prst="rect">
            <a:avLst/>
          </a:prstGeom>
        </p:spPr>
      </p:pic>
    </p:spTree>
    <p:extLst>
      <p:ext uri="{BB962C8B-B14F-4D97-AF65-F5344CB8AC3E}">
        <p14:creationId xmlns:p14="http://schemas.microsoft.com/office/powerpoint/2010/main" val="3952299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7F36C-571E-2A6D-5FFF-FE32A5029945}"/>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444B0BEE-8CE2-FB12-1D13-A463C4134431}"/>
              </a:ext>
            </a:extLst>
          </p:cNvPr>
          <p:cNvSpPr>
            <a:spLocks noGrp="1"/>
          </p:cNvSpPr>
          <p:nvPr>
            <p:ph sz="quarter" idx="10"/>
          </p:nvPr>
        </p:nvSpPr>
        <p:spPr/>
        <p:txBody>
          <a:bodyPr/>
          <a:lstStyle/>
          <a:p>
            <a:r>
              <a:rPr lang="en-AU" dirty="0"/>
              <a:t>What: all incidents and near misses</a:t>
            </a:r>
          </a:p>
          <a:p>
            <a:pPr marL="285750" indent="-285750">
              <a:buFont typeface="Arial" panose="020B0604020202020204" pitchFamily="34" charset="0"/>
              <a:buChar char="•"/>
            </a:pPr>
            <a:r>
              <a:rPr lang="en-AU" dirty="0"/>
              <a:t>Occupational exposures -&gt; sharps</a:t>
            </a:r>
          </a:p>
          <a:p>
            <a:pPr marL="285750" indent="-285750">
              <a:buFont typeface="Arial" panose="020B0604020202020204" pitchFamily="34" charset="0"/>
              <a:buChar char="•"/>
            </a:pPr>
            <a:r>
              <a:rPr lang="en-AU" dirty="0"/>
              <a:t>Safety incidents -&gt; violent or inappropriate patient behaviour</a:t>
            </a:r>
          </a:p>
          <a:p>
            <a:pPr marL="285750" indent="-285750">
              <a:buFont typeface="Arial" panose="020B0604020202020204" pitchFamily="34" charset="0"/>
              <a:buChar char="•"/>
            </a:pPr>
            <a:r>
              <a:rPr lang="en-AU" dirty="0"/>
              <a:t>Patient incidents -&gt; accidents involving the patient’s safety</a:t>
            </a:r>
          </a:p>
          <a:p>
            <a:pPr marL="285750" indent="-285750">
              <a:buFont typeface="Arial" panose="020B0604020202020204" pitchFamily="34" charset="0"/>
              <a:buChar char="•"/>
            </a:pPr>
            <a:r>
              <a:rPr lang="en-AU" dirty="0"/>
              <a:t>Environment incident -&gt; damage to property or equipment</a:t>
            </a:r>
          </a:p>
          <a:p>
            <a:r>
              <a:rPr lang="en-AU" dirty="0"/>
              <a:t>Supervisor will guide you through</a:t>
            </a:r>
          </a:p>
        </p:txBody>
      </p:sp>
      <p:sp>
        <p:nvSpPr>
          <p:cNvPr id="8" name="Title 7">
            <a:extLst>
              <a:ext uri="{FF2B5EF4-FFF2-40B4-BE49-F238E27FC236}">
                <a16:creationId xmlns:a16="http://schemas.microsoft.com/office/drawing/2014/main" id="{C14AF760-A86A-4FBB-AAA4-15F9B7765470}"/>
              </a:ext>
            </a:extLst>
          </p:cNvPr>
          <p:cNvSpPr>
            <a:spLocks noGrp="1"/>
          </p:cNvSpPr>
          <p:nvPr>
            <p:ph type="title"/>
          </p:nvPr>
        </p:nvSpPr>
        <p:spPr/>
        <p:txBody>
          <a:bodyPr/>
          <a:lstStyle/>
          <a:p>
            <a:r>
              <a:rPr lang="en-AU" dirty="0"/>
              <a:t>What constitutes as an incident?</a:t>
            </a:r>
          </a:p>
        </p:txBody>
      </p:sp>
      <p:sp>
        <p:nvSpPr>
          <p:cNvPr id="10" name="Text Placeholder 9">
            <a:extLst>
              <a:ext uri="{FF2B5EF4-FFF2-40B4-BE49-F238E27FC236}">
                <a16:creationId xmlns:a16="http://schemas.microsoft.com/office/drawing/2014/main" id="{AFEA1F01-9F68-64D2-CA79-B390E50A60F5}"/>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092B4892-6465-7086-9C06-9984E8A1A297}"/>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8BF04D11-57F4-E12F-6988-969B5EF00DB1}"/>
              </a:ext>
            </a:extLst>
          </p:cNvPr>
          <p:cNvSpPr>
            <a:spLocks noGrp="1"/>
          </p:cNvSpPr>
          <p:nvPr>
            <p:ph type="sldNum" sz="quarter" idx="18"/>
          </p:nvPr>
        </p:nvSpPr>
        <p:spPr/>
        <p:txBody>
          <a:bodyPr/>
          <a:lstStyle/>
          <a:p>
            <a:fld id="{E917DE0E-AFB1-41FD-BC35-27DB61CA125F}" type="slidenum">
              <a:rPr lang="en-AU" smtClean="0"/>
              <a:pPr/>
              <a:t>22</a:t>
            </a:fld>
            <a:endParaRPr lang="en-AU" dirty="0"/>
          </a:p>
        </p:txBody>
      </p:sp>
      <p:sp>
        <p:nvSpPr>
          <p:cNvPr id="11" name="Date Placeholder 10">
            <a:extLst>
              <a:ext uri="{FF2B5EF4-FFF2-40B4-BE49-F238E27FC236}">
                <a16:creationId xmlns:a16="http://schemas.microsoft.com/office/drawing/2014/main" id="{A6D02549-4A75-716B-9D3E-6BB6136D8BDE}"/>
              </a:ext>
            </a:extLst>
          </p:cNvPr>
          <p:cNvSpPr>
            <a:spLocks noGrp="1"/>
          </p:cNvSpPr>
          <p:nvPr>
            <p:ph type="dt" sz="half" idx="2"/>
          </p:nvPr>
        </p:nvSpPr>
        <p:spPr/>
        <p:txBody>
          <a:bodyPr/>
          <a:lstStyle/>
          <a:p>
            <a:r>
              <a:rPr lang="en-US"/>
              <a:t>[Entity Name]</a:t>
            </a:r>
            <a:endParaRPr lang="en-AU" dirty="0"/>
          </a:p>
        </p:txBody>
      </p:sp>
      <p:pic>
        <p:nvPicPr>
          <p:cNvPr id="2" name="Picture 1">
            <a:extLst>
              <a:ext uri="{FF2B5EF4-FFF2-40B4-BE49-F238E27FC236}">
                <a16:creationId xmlns:a16="http://schemas.microsoft.com/office/drawing/2014/main" id="{A8D705DA-E8C0-7C38-AB47-6FE630502B72}"/>
              </a:ext>
            </a:extLst>
          </p:cNvPr>
          <p:cNvPicPr>
            <a:picLocks noChangeAspect="1"/>
          </p:cNvPicPr>
          <p:nvPr/>
        </p:nvPicPr>
        <p:blipFill>
          <a:blip r:embed="rId2"/>
          <a:stretch>
            <a:fillRect/>
          </a:stretch>
        </p:blipFill>
        <p:spPr>
          <a:xfrm>
            <a:off x="4655840" y="3913343"/>
            <a:ext cx="7339985" cy="2488888"/>
          </a:xfrm>
          <a:prstGeom prst="rect">
            <a:avLst/>
          </a:prstGeom>
        </p:spPr>
      </p:pic>
    </p:spTree>
    <p:extLst>
      <p:ext uri="{BB962C8B-B14F-4D97-AF65-F5344CB8AC3E}">
        <p14:creationId xmlns:p14="http://schemas.microsoft.com/office/powerpoint/2010/main" val="255590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CB91E-6D21-0E6F-E69E-501FD7F4239F}"/>
              </a:ext>
            </a:extLst>
          </p:cNvPr>
          <p:cNvSpPr>
            <a:spLocks noGrp="1"/>
          </p:cNvSpPr>
          <p:nvPr>
            <p:ph type="title"/>
          </p:nvPr>
        </p:nvSpPr>
        <p:spPr/>
        <p:txBody>
          <a:bodyPr/>
          <a:lstStyle/>
          <a:p>
            <a:r>
              <a:rPr lang="en-US" dirty="0"/>
              <a:t>Reminders</a:t>
            </a:r>
          </a:p>
        </p:txBody>
      </p:sp>
    </p:spTree>
    <p:extLst>
      <p:ext uri="{BB962C8B-B14F-4D97-AF65-F5344CB8AC3E}">
        <p14:creationId xmlns:p14="http://schemas.microsoft.com/office/powerpoint/2010/main" val="1668684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40CE8-854D-954D-16D2-31A47040A982}"/>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54C3AFBC-354E-839E-578A-A5E4D4CE69B4}"/>
              </a:ext>
            </a:extLst>
          </p:cNvPr>
          <p:cNvSpPr>
            <a:spLocks noGrp="1"/>
          </p:cNvSpPr>
          <p:nvPr>
            <p:ph sz="quarter" idx="10"/>
          </p:nvPr>
        </p:nvSpPr>
        <p:spPr/>
        <p:txBody>
          <a:bodyPr/>
          <a:lstStyle/>
          <a:p>
            <a:pPr marL="285750" indent="-285750">
              <a:buFont typeface="Arial" panose="020B0604020202020204" pitchFamily="34" charset="0"/>
              <a:buChar char="•"/>
            </a:pPr>
            <a:r>
              <a:rPr lang="en-AU" dirty="0"/>
              <a:t>Hand Hygiene Australia (HHA) module</a:t>
            </a:r>
          </a:p>
          <a:p>
            <a:r>
              <a:rPr lang="en-AU" dirty="0"/>
              <a:t>Download the certificate of completion and upload to Blackboard</a:t>
            </a:r>
          </a:p>
          <a:p>
            <a:pPr marL="285750" indent="-285750">
              <a:buFont typeface="Arial" panose="020B0604020202020204" pitchFamily="34" charset="0"/>
              <a:buChar char="•"/>
            </a:pPr>
            <a:endParaRPr lang="en-AU" dirty="0"/>
          </a:p>
          <a:p>
            <a:pPr marL="285750" indent="-285750">
              <a:buFont typeface="Arial" panose="020B0604020202020204" pitchFamily="34" charset="0"/>
              <a:buChar char="•"/>
            </a:pPr>
            <a:r>
              <a:rPr lang="en-AU" dirty="0"/>
              <a:t>Pre-clinic laboratory induction</a:t>
            </a:r>
          </a:p>
          <a:p>
            <a:r>
              <a:rPr lang="en-AU" dirty="0"/>
              <a:t>Complete the quiz (it is not hard, so don’t stress!)</a:t>
            </a:r>
          </a:p>
          <a:p>
            <a:endParaRPr lang="en-AU" dirty="0"/>
          </a:p>
          <a:p>
            <a:pPr marL="285750" indent="-285750">
              <a:buFont typeface="Arial" panose="020B0604020202020204" pitchFamily="34" charset="0"/>
              <a:buChar char="•"/>
            </a:pPr>
            <a:r>
              <a:rPr lang="en-AU" dirty="0"/>
              <a:t>These must be complete by the DUE DATE, else you cannot enter the clinic environments!</a:t>
            </a:r>
          </a:p>
          <a:p>
            <a:r>
              <a:rPr lang="en-AU" dirty="0"/>
              <a:t>They WILL fall under as absences and contribute to your absence tally</a:t>
            </a:r>
          </a:p>
        </p:txBody>
      </p:sp>
      <p:sp>
        <p:nvSpPr>
          <p:cNvPr id="8" name="Title 7">
            <a:extLst>
              <a:ext uri="{FF2B5EF4-FFF2-40B4-BE49-F238E27FC236}">
                <a16:creationId xmlns:a16="http://schemas.microsoft.com/office/drawing/2014/main" id="{0DF440C9-2D4C-C727-8F61-F72F3A6DA87C}"/>
              </a:ext>
            </a:extLst>
          </p:cNvPr>
          <p:cNvSpPr>
            <a:spLocks noGrp="1"/>
          </p:cNvSpPr>
          <p:nvPr>
            <p:ph type="title"/>
          </p:nvPr>
        </p:nvSpPr>
        <p:spPr/>
        <p:txBody>
          <a:bodyPr/>
          <a:lstStyle/>
          <a:p>
            <a:r>
              <a:rPr lang="en-AU" dirty="0"/>
              <a:t>Requisite items will be due!</a:t>
            </a:r>
          </a:p>
        </p:txBody>
      </p:sp>
      <p:sp>
        <p:nvSpPr>
          <p:cNvPr id="10" name="Text Placeholder 9">
            <a:extLst>
              <a:ext uri="{FF2B5EF4-FFF2-40B4-BE49-F238E27FC236}">
                <a16:creationId xmlns:a16="http://schemas.microsoft.com/office/drawing/2014/main" id="{CC99DA75-82C3-2166-EDCD-1910BA0333E2}"/>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DF8D57A9-69DE-285C-073E-C83F81D457BA}"/>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842D54D1-9102-5417-4214-9449F429B7AE}"/>
              </a:ext>
            </a:extLst>
          </p:cNvPr>
          <p:cNvSpPr>
            <a:spLocks noGrp="1"/>
          </p:cNvSpPr>
          <p:nvPr>
            <p:ph type="sldNum" sz="quarter" idx="18"/>
          </p:nvPr>
        </p:nvSpPr>
        <p:spPr/>
        <p:txBody>
          <a:bodyPr/>
          <a:lstStyle/>
          <a:p>
            <a:fld id="{E917DE0E-AFB1-41FD-BC35-27DB61CA125F}" type="slidenum">
              <a:rPr lang="en-AU" smtClean="0"/>
              <a:pPr/>
              <a:t>24</a:t>
            </a:fld>
            <a:endParaRPr lang="en-AU" dirty="0"/>
          </a:p>
        </p:txBody>
      </p:sp>
      <p:sp>
        <p:nvSpPr>
          <p:cNvPr id="11" name="Date Placeholder 10">
            <a:extLst>
              <a:ext uri="{FF2B5EF4-FFF2-40B4-BE49-F238E27FC236}">
                <a16:creationId xmlns:a16="http://schemas.microsoft.com/office/drawing/2014/main" id="{AF900453-F895-3B97-F0B2-AF4535CB42F9}"/>
              </a:ext>
            </a:extLst>
          </p:cNvPr>
          <p:cNvSpPr>
            <a:spLocks noGrp="1"/>
          </p:cNvSpPr>
          <p:nvPr>
            <p:ph type="dt" sz="half" idx="2"/>
          </p:nvPr>
        </p:nvSpPr>
        <p:spPr/>
        <p:txBody>
          <a:bodyPr/>
          <a:lstStyle/>
          <a:p>
            <a:r>
              <a:rPr lang="en-US"/>
              <a:t>[Entity Name]</a:t>
            </a:r>
            <a:endParaRPr lang="en-AU" dirty="0"/>
          </a:p>
        </p:txBody>
      </p:sp>
    </p:spTree>
    <p:extLst>
      <p:ext uri="{BB962C8B-B14F-4D97-AF65-F5344CB8AC3E}">
        <p14:creationId xmlns:p14="http://schemas.microsoft.com/office/powerpoint/2010/main" val="3455884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49D71-2D57-5246-A3F6-A911B3355225}"/>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866FFBE-D326-59A2-21DD-7B79D5AEAC90}"/>
              </a:ext>
            </a:extLst>
          </p:cNvPr>
          <p:cNvSpPr>
            <a:spLocks noGrp="1"/>
          </p:cNvSpPr>
          <p:nvPr>
            <p:ph sz="quarter" idx="10"/>
          </p:nvPr>
        </p:nvSpPr>
        <p:spPr/>
        <p:txBody>
          <a:bodyPr>
            <a:normAutofit/>
          </a:bodyPr>
          <a:lstStyle/>
          <a:p>
            <a:r>
              <a:rPr lang="en-AU" dirty="0">
                <a:solidFill>
                  <a:srgbClr val="20152A"/>
                </a:solidFill>
                <a:effectLst/>
                <a:latin typeface="Arial" panose="020B0604020202020204" pitchFamily="34" charset="0"/>
              </a:rPr>
              <a:t>Role of Year Reps (1x male, 1x female):</a:t>
            </a:r>
          </a:p>
          <a:p>
            <a:pPr marL="285750" indent="-285750">
              <a:buFont typeface="Arial" panose="020B0604020202020204" pitchFamily="34" charset="0"/>
              <a:buChar char="•"/>
            </a:pPr>
            <a:r>
              <a:rPr lang="en-AU" dirty="0">
                <a:solidFill>
                  <a:srgbClr val="20152A"/>
                </a:solidFill>
                <a:effectLst/>
                <a:latin typeface="Arial" panose="020B0604020202020204" pitchFamily="34" charset="0"/>
              </a:rPr>
              <a:t>To serve as the student voice, </a:t>
            </a:r>
            <a:r>
              <a:rPr lang="en-AU" dirty="0">
                <a:solidFill>
                  <a:srgbClr val="20152A"/>
                </a:solidFill>
                <a:latin typeface="Arial" panose="020B0604020202020204" pitchFamily="34" charset="0"/>
              </a:rPr>
              <a:t>for the good, the bad, but not the ugly, please.</a:t>
            </a:r>
          </a:p>
          <a:p>
            <a:pPr marL="645750" lvl="2" indent="-285750"/>
            <a:r>
              <a:rPr lang="en-AU" dirty="0">
                <a:solidFill>
                  <a:srgbClr val="20152A"/>
                </a:solidFill>
                <a:effectLst/>
                <a:latin typeface="Arial" panose="020B0604020202020204" pitchFamily="34" charset="0"/>
              </a:rPr>
              <a:t>The representatives liaise with me, as required.</a:t>
            </a:r>
          </a:p>
          <a:p>
            <a:pPr marL="825750" lvl="3" indent="-285750"/>
            <a:r>
              <a:rPr lang="en-AU" dirty="0">
                <a:solidFill>
                  <a:srgbClr val="20152A"/>
                </a:solidFill>
                <a:effectLst/>
                <a:latin typeface="Arial" panose="020B0604020202020204" pitchFamily="34" charset="0"/>
              </a:rPr>
              <a:t>Relaying information/updates on behalf of your class</a:t>
            </a:r>
          </a:p>
          <a:p>
            <a:pPr marL="825750" lvl="3" indent="-285750"/>
            <a:r>
              <a:rPr lang="en-AU" dirty="0">
                <a:solidFill>
                  <a:srgbClr val="20152A"/>
                </a:solidFill>
                <a:latin typeface="Arial" panose="020B0604020202020204" pitchFamily="34" charset="0"/>
              </a:rPr>
              <a:t>To alert me if there are problems!!!</a:t>
            </a:r>
          </a:p>
          <a:p>
            <a:pPr marL="285750" indent="-285750">
              <a:buFont typeface="Arial" panose="020B0604020202020204" pitchFamily="34" charset="0"/>
              <a:buChar char="•"/>
            </a:pPr>
            <a:r>
              <a:rPr lang="en-AU" dirty="0">
                <a:solidFill>
                  <a:srgbClr val="20152A"/>
                </a:solidFill>
                <a:effectLst/>
                <a:latin typeface="Arial" panose="020B0604020202020204" pitchFamily="34" charset="0"/>
              </a:rPr>
              <a:t>This </a:t>
            </a:r>
            <a:r>
              <a:rPr lang="en-AU" u="sng" dirty="0">
                <a:solidFill>
                  <a:srgbClr val="20152A"/>
                </a:solidFill>
                <a:effectLst/>
                <a:latin typeface="Arial" panose="020B0604020202020204" pitchFamily="34" charset="0"/>
              </a:rPr>
              <a:t>isn’t</a:t>
            </a:r>
            <a:r>
              <a:rPr lang="en-AU" dirty="0">
                <a:solidFill>
                  <a:srgbClr val="20152A"/>
                </a:solidFill>
                <a:effectLst/>
                <a:latin typeface="Arial" panose="020B0604020202020204" pitchFamily="34" charset="0"/>
              </a:rPr>
              <a:t> supposed to take up much of your personal time</a:t>
            </a:r>
          </a:p>
          <a:p>
            <a:endParaRPr lang="en-AU" dirty="0">
              <a:solidFill>
                <a:srgbClr val="20152A"/>
              </a:solidFill>
              <a:effectLst/>
              <a:latin typeface="Arial" panose="020B0604020202020204" pitchFamily="34" charset="0"/>
            </a:endParaRPr>
          </a:p>
          <a:p>
            <a:r>
              <a:rPr lang="en-AU" dirty="0">
                <a:solidFill>
                  <a:srgbClr val="20152A"/>
                </a:solidFill>
                <a:latin typeface="Arial" panose="020B0604020202020204" pitchFamily="34" charset="0"/>
              </a:rPr>
              <a:t>Don’t forget, t</a:t>
            </a:r>
            <a:r>
              <a:rPr lang="en-AU" dirty="0">
                <a:solidFill>
                  <a:srgbClr val="20152A"/>
                </a:solidFill>
                <a:effectLst/>
                <a:latin typeface="Arial" panose="020B0604020202020204" pitchFamily="34" charset="0"/>
              </a:rPr>
              <a:t>his does not mean that you can’t approach me directly!</a:t>
            </a:r>
          </a:p>
        </p:txBody>
      </p:sp>
      <p:sp>
        <p:nvSpPr>
          <p:cNvPr id="8" name="Title 7">
            <a:extLst>
              <a:ext uri="{FF2B5EF4-FFF2-40B4-BE49-F238E27FC236}">
                <a16:creationId xmlns:a16="http://schemas.microsoft.com/office/drawing/2014/main" id="{1CEC30EC-1AF2-A474-CEA8-87549C4F19CB}"/>
              </a:ext>
            </a:extLst>
          </p:cNvPr>
          <p:cNvSpPr>
            <a:spLocks noGrp="1"/>
          </p:cNvSpPr>
          <p:nvPr>
            <p:ph type="title"/>
          </p:nvPr>
        </p:nvSpPr>
        <p:spPr/>
        <p:txBody>
          <a:bodyPr/>
          <a:lstStyle/>
          <a:p>
            <a:r>
              <a:rPr lang="en-AU" dirty="0"/>
              <a:t>Year Representatives:</a:t>
            </a:r>
          </a:p>
        </p:txBody>
      </p:sp>
      <p:sp>
        <p:nvSpPr>
          <p:cNvPr id="10" name="Text Placeholder 9">
            <a:extLst>
              <a:ext uri="{FF2B5EF4-FFF2-40B4-BE49-F238E27FC236}">
                <a16:creationId xmlns:a16="http://schemas.microsoft.com/office/drawing/2014/main" id="{C1912F94-73B1-90F8-E9D5-0A3E9B5D7FAE}"/>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E20B0E55-A22D-5BD0-41E9-5333FED87766}"/>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673F4BBC-34F7-B570-3E30-CA4376C0A7F8}"/>
              </a:ext>
            </a:extLst>
          </p:cNvPr>
          <p:cNvSpPr>
            <a:spLocks noGrp="1"/>
          </p:cNvSpPr>
          <p:nvPr>
            <p:ph type="sldNum" sz="quarter" idx="18"/>
          </p:nvPr>
        </p:nvSpPr>
        <p:spPr/>
        <p:txBody>
          <a:bodyPr/>
          <a:lstStyle/>
          <a:p>
            <a:fld id="{E917DE0E-AFB1-41FD-BC35-27DB61CA125F}" type="slidenum">
              <a:rPr lang="en-AU" smtClean="0"/>
              <a:pPr/>
              <a:t>25</a:t>
            </a:fld>
            <a:endParaRPr lang="en-AU" dirty="0"/>
          </a:p>
        </p:txBody>
      </p:sp>
      <p:sp>
        <p:nvSpPr>
          <p:cNvPr id="11" name="Date Placeholder 10">
            <a:extLst>
              <a:ext uri="{FF2B5EF4-FFF2-40B4-BE49-F238E27FC236}">
                <a16:creationId xmlns:a16="http://schemas.microsoft.com/office/drawing/2014/main" id="{1A9B5E69-6D69-6D4D-D4B0-472ACB5EAB1A}"/>
              </a:ext>
            </a:extLst>
          </p:cNvPr>
          <p:cNvSpPr>
            <a:spLocks noGrp="1"/>
          </p:cNvSpPr>
          <p:nvPr>
            <p:ph type="dt" sz="half" idx="2"/>
          </p:nvPr>
        </p:nvSpPr>
        <p:spPr/>
        <p:txBody>
          <a:bodyPr/>
          <a:lstStyle/>
          <a:p>
            <a:r>
              <a:rPr lang="en-US"/>
              <a:t>[Entity Name]</a:t>
            </a:r>
            <a:endParaRPr lang="en-AU" dirty="0"/>
          </a:p>
        </p:txBody>
      </p:sp>
    </p:spTree>
    <p:extLst>
      <p:ext uri="{BB962C8B-B14F-4D97-AF65-F5344CB8AC3E}">
        <p14:creationId xmlns:p14="http://schemas.microsoft.com/office/powerpoint/2010/main" val="2607232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9AA461C8-2FB6-4003-971E-5A67B6647F6F}"/>
              </a:ext>
            </a:extLst>
          </p:cNvPr>
          <p:cNvPicPr>
            <a:picLocks noChangeAspect="1"/>
          </p:cNvPicPr>
          <p:nvPr/>
        </p:nvPicPr>
        <p:blipFill>
          <a:blip r:embed="rId2"/>
          <a:stretch>
            <a:fillRect/>
          </a:stretch>
        </p:blipFill>
        <p:spPr>
          <a:xfrm>
            <a:off x="694800" y="4375728"/>
            <a:ext cx="190800" cy="190800"/>
          </a:xfrm>
          <a:prstGeom prst="rect">
            <a:avLst/>
          </a:prstGeom>
        </p:spPr>
      </p:pic>
      <p:sp>
        <p:nvSpPr>
          <p:cNvPr id="2" name="Title 1">
            <a:extLst>
              <a:ext uri="{FF2B5EF4-FFF2-40B4-BE49-F238E27FC236}">
                <a16:creationId xmlns:a16="http://schemas.microsoft.com/office/drawing/2014/main" id="{6B9A4270-E748-472B-BDE1-634F1527DA2B}"/>
              </a:ext>
            </a:extLst>
          </p:cNvPr>
          <p:cNvSpPr>
            <a:spLocks noGrp="1"/>
          </p:cNvSpPr>
          <p:nvPr>
            <p:ph type="title"/>
          </p:nvPr>
        </p:nvSpPr>
        <p:spPr>
          <a:xfrm>
            <a:off x="694800" y="1082188"/>
            <a:ext cx="10744005" cy="1426631"/>
          </a:xfrm>
        </p:spPr>
        <p:txBody>
          <a:bodyPr/>
          <a:lstStyle/>
          <a:p>
            <a:r>
              <a:rPr lang="en-AU" dirty="0"/>
              <a:t>Thank you</a:t>
            </a:r>
          </a:p>
        </p:txBody>
      </p:sp>
      <p:sp>
        <p:nvSpPr>
          <p:cNvPr id="3" name="Text Placeholder 2">
            <a:extLst>
              <a:ext uri="{FF2B5EF4-FFF2-40B4-BE49-F238E27FC236}">
                <a16:creationId xmlns:a16="http://schemas.microsoft.com/office/drawing/2014/main" id="{B6BC4AF2-0344-4873-8B01-1BEF95B63D7D}"/>
              </a:ext>
            </a:extLst>
          </p:cNvPr>
          <p:cNvSpPr>
            <a:spLocks noGrp="1"/>
          </p:cNvSpPr>
          <p:nvPr>
            <p:ph type="body" sz="quarter" idx="10"/>
          </p:nvPr>
        </p:nvSpPr>
        <p:spPr>
          <a:xfrm>
            <a:off x="694800" y="3100506"/>
            <a:ext cx="3254263" cy="832577"/>
          </a:xfrm>
        </p:spPr>
        <p:txBody>
          <a:bodyPr/>
          <a:lstStyle/>
          <a:p>
            <a:r>
              <a:rPr lang="en-AU" dirty="0"/>
              <a:t>Dr Thomas Kim | Lecturer</a:t>
            </a:r>
          </a:p>
          <a:p>
            <a:r>
              <a:rPr lang="en-AU" dirty="0"/>
              <a:t>School of Dentistry</a:t>
            </a:r>
          </a:p>
          <a:p>
            <a:r>
              <a:rPr lang="en-AU" dirty="0" err="1"/>
              <a:t>Thomas.kim@uq.edu.au</a:t>
            </a:r>
            <a:r>
              <a:rPr lang="en-AU" dirty="0"/>
              <a:t> </a:t>
            </a:r>
          </a:p>
        </p:txBody>
      </p:sp>
      <p:sp>
        <p:nvSpPr>
          <p:cNvPr id="5" name="Text Placeholder 4">
            <a:extLst>
              <a:ext uri="{FF2B5EF4-FFF2-40B4-BE49-F238E27FC236}">
                <a16:creationId xmlns:a16="http://schemas.microsoft.com/office/drawing/2014/main" id="{1AA4C604-FBF5-43EA-A133-FBF6996A287E}"/>
              </a:ext>
            </a:extLst>
          </p:cNvPr>
          <p:cNvSpPr>
            <a:spLocks noGrp="1"/>
          </p:cNvSpPr>
          <p:nvPr>
            <p:ph type="body" sz="quarter" idx="12"/>
          </p:nvPr>
        </p:nvSpPr>
        <p:spPr>
          <a:xfrm>
            <a:off x="1087509" y="4349181"/>
            <a:ext cx="3418763" cy="202889"/>
          </a:xfrm>
        </p:spPr>
        <p:txBody>
          <a:bodyPr/>
          <a:lstStyle/>
          <a:p>
            <a:r>
              <a:rPr lang="en-AU" dirty="0" err="1"/>
              <a:t>endo.yhk</a:t>
            </a:r>
            <a:endParaRPr lang="en-AU" dirty="0"/>
          </a:p>
        </p:txBody>
      </p:sp>
      <p:sp>
        <p:nvSpPr>
          <p:cNvPr id="11" name="Text Placeholder 10">
            <a:extLst>
              <a:ext uri="{FF2B5EF4-FFF2-40B4-BE49-F238E27FC236}">
                <a16:creationId xmlns:a16="http://schemas.microsoft.com/office/drawing/2014/main" id="{F19D0877-AECF-42A4-AD3C-BF700B7A22AF}"/>
              </a:ext>
            </a:extLst>
          </p:cNvPr>
          <p:cNvSpPr>
            <a:spLocks noGrp="1"/>
          </p:cNvSpPr>
          <p:nvPr>
            <p:ph type="body" sz="quarter" idx="14"/>
          </p:nvPr>
        </p:nvSpPr>
        <p:spPr>
          <a:xfrm>
            <a:off x="1087509" y="4654048"/>
            <a:ext cx="3418763" cy="202889"/>
          </a:xfrm>
        </p:spPr>
        <p:txBody>
          <a:bodyPr/>
          <a:lstStyle/>
          <a:p>
            <a:r>
              <a:rPr lang="en-AU" dirty="0"/>
              <a:t>Thomas-</a:t>
            </a:r>
            <a:r>
              <a:rPr lang="en-AU" dirty="0" err="1"/>
              <a:t>yhk</a:t>
            </a:r>
            <a:endParaRPr lang="en-AU" dirty="0"/>
          </a:p>
        </p:txBody>
      </p:sp>
      <p:sp>
        <p:nvSpPr>
          <p:cNvPr id="12" name="Text Placeholder 11">
            <a:extLst>
              <a:ext uri="{FF2B5EF4-FFF2-40B4-BE49-F238E27FC236}">
                <a16:creationId xmlns:a16="http://schemas.microsoft.com/office/drawing/2014/main" id="{D0A24CBD-8509-462C-ADBD-F630B840CF24}"/>
              </a:ext>
            </a:extLst>
          </p:cNvPr>
          <p:cNvSpPr>
            <a:spLocks noGrp="1"/>
          </p:cNvSpPr>
          <p:nvPr>
            <p:ph type="body" sz="quarter" idx="15"/>
          </p:nvPr>
        </p:nvSpPr>
        <p:spPr>
          <a:xfrm>
            <a:off x="694800" y="4026414"/>
            <a:ext cx="3418763" cy="202889"/>
          </a:xfrm>
        </p:spPr>
        <p:txBody>
          <a:bodyPr>
            <a:normAutofit/>
          </a:bodyPr>
          <a:lstStyle/>
          <a:p>
            <a:r>
              <a:rPr lang="en-AU" sz="1200" dirty="0"/>
              <a:t>Connect with me</a:t>
            </a:r>
          </a:p>
        </p:txBody>
      </p:sp>
      <p:pic>
        <p:nvPicPr>
          <p:cNvPr id="27" name="Picture 26">
            <a:extLst>
              <a:ext uri="{FF2B5EF4-FFF2-40B4-BE49-F238E27FC236}">
                <a16:creationId xmlns:a16="http://schemas.microsoft.com/office/drawing/2014/main" id="{4BCD5120-F460-4C2E-AEB4-E7228CB432EA}"/>
              </a:ext>
            </a:extLst>
          </p:cNvPr>
          <p:cNvPicPr>
            <a:picLocks noChangeAspect="1"/>
          </p:cNvPicPr>
          <p:nvPr/>
        </p:nvPicPr>
        <p:blipFill>
          <a:blip r:embed="rId3"/>
          <a:stretch>
            <a:fillRect/>
          </a:stretch>
        </p:blipFill>
        <p:spPr>
          <a:xfrm>
            <a:off x="642446" y="4653160"/>
            <a:ext cx="292269" cy="216000"/>
          </a:xfrm>
          <a:prstGeom prst="rect">
            <a:avLst/>
          </a:prstGeom>
        </p:spPr>
      </p:pic>
    </p:spTree>
    <p:extLst>
      <p:ext uri="{BB962C8B-B14F-4D97-AF65-F5344CB8AC3E}">
        <p14:creationId xmlns:p14="http://schemas.microsoft.com/office/powerpoint/2010/main" val="2430590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ity of Queensland">
  <a:themeElements>
    <a:clrScheme name="UQ">
      <a:dk1>
        <a:sysClr val="windowText" lastClr="000000"/>
      </a:dk1>
      <a:lt1>
        <a:sysClr val="window" lastClr="FFFFFF"/>
      </a:lt1>
      <a:dk2>
        <a:srgbClr val="44546A"/>
      </a:dk2>
      <a:lt2>
        <a:srgbClr val="E7E6E6"/>
      </a:lt2>
      <a:accent1>
        <a:srgbClr val="51247A"/>
      </a:accent1>
      <a:accent2>
        <a:srgbClr val="E62645"/>
      </a:accent2>
      <a:accent3>
        <a:srgbClr val="00A2C7"/>
      </a:accent3>
      <a:accent4>
        <a:srgbClr val="EB602B"/>
      </a:accent4>
      <a:accent5>
        <a:srgbClr val="4085C6"/>
      </a:accent5>
      <a:accent6>
        <a:srgbClr val="2EA836"/>
      </a:accent6>
      <a:hlink>
        <a:srgbClr val="51247A"/>
      </a:hlink>
      <a:folHlink>
        <a:srgbClr val="51247A"/>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UQ PowerPoint Template v4.potx" id="{EB40B91F-2F7C-4628-893D-3539496D6C6A}" vid="{691CE4A2-4C6F-4895-A94C-37E246F52C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UQ PowerPoint Template v4</Template>
  <TotalTime>1313</TotalTime>
  <Words>1726</Words>
  <Application>Microsoft Office PowerPoint</Application>
  <PresentationFormat>Widescreen</PresentationFormat>
  <Paragraphs>221</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Helvetica</vt:lpstr>
      <vt:lpstr>Wingdings</vt:lpstr>
      <vt:lpstr>University of Queensland</vt:lpstr>
      <vt:lpstr>Welcome &amp; Induction</vt:lpstr>
      <vt:lpstr>Contacting me</vt:lpstr>
      <vt:lpstr>What is dentistry (to you)?</vt:lpstr>
      <vt:lpstr>What fields of dentistry are there?</vt:lpstr>
      <vt:lpstr>How do you decide what you want to do?</vt:lpstr>
      <vt:lpstr>Learning to transition from High School/non-health degree to Dentistry</vt:lpstr>
      <vt:lpstr>DENT1060 course learning objectives</vt:lpstr>
      <vt:lpstr>PowerPoint Presentation</vt:lpstr>
      <vt:lpstr>Understanding the schedule</vt:lpstr>
      <vt:lpstr>Attendance expectations:</vt:lpstr>
      <vt:lpstr>Absence and more information on Blackboard</vt:lpstr>
      <vt:lpstr>Immunisation!</vt:lpstr>
      <vt:lpstr>Equipment purchased for pre-clinic:</vt:lpstr>
      <vt:lpstr>Please have a read through the Dentistry handbook!</vt:lpstr>
      <vt:lpstr>Accessing Blackboard…</vt:lpstr>
      <vt:lpstr>Learning to use Blackboard…</vt:lpstr>
      <vt:lpstr>Locker Keys:</vt:lpstr>
      <vt:lpstr>DENT1060 Peer &amp; Pre - clinics</vt:lpstr>
      <vt:lpstr>Bare below the elbows</vt:lpstr>
      <vt:lpstr>Personal Protective Equipment (PPE)</vt:lpstr>
      <vt:lpstr>Incident reporting</vt:lpstr>
      <vt:lpstr>What constitutes as an incident?</vt:lpstr>
      <vt:lpstr>Reminders</vt:lpstr>
      <vt:lpstr>Requisite items will be due!</vt:lpstr>
      <vt:lpstr>Year Representatives: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Rebekah</dc:creator>
  <cp:lastModifiedBy>tim lee</cp:lastModifiedBy>
  <cp:revision>103</cp:revision>
  <dcterms:created xsi:type="dcterms:W3CDTF">2018-09-28T01:38:30Z</dcterms:created>
  <dcterms:modified xsi:type="dcterms:W3CDTF">2026-02-08T23:12:29Z</dcterms:modified>
</cp:coreProperties>
</file>